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8.xml"/>
  <Override ContentType="application/vnd.openxmlformats-officedocument.presentationml.comments+xml" PartName="/ppt/comments/comment10.xml"/>
  <Override ContentType="application/vnd.openxmlformats-officedocument.presentationml.comments+xml" PartName="/ppt/comments/comment23.xml"/>
  <Override ContentType="application/vnd.openxmlformats-officedocument.presentationml.comments+xml" PartName="/ppt/comments/comment6.xml"/>
  <Override ContentType="application/vnd.openxmlformats-officedocument.presentationml.comments+xml" PartName="/ppt/comments/comment19.xml"/>
  <Override ContentType="application/vnd.openxmlformats-officedocument.presentationml.comments+xml" PartName="/ppt/comments/comment24.xml"/>
  <Override ContentType="application/vnd.openxmlformats-officedocument.presentationml.comments+xml" PartName="/ppt/comments/comment15.xml"/>
  <Override ContentType="application/vnd.openxmlformats-officedocument.presentationml.comments+xml" PartName="/ppt/comments/comment2.xml"/>
  <Override ContentType="application/vnd.openxmlformats-officedocument.presentationml.comments+xml" PartName="/ppt/comments/comment22.xml"/>
  <Override ContentType="application/vnd.openxmlformats-officedocument.presentationml.comments+xml" PartName="/ppt/comments/comment7.xml"/>
  <Override ContentType="application/vnd.openxmlformats-officedocument.presentationml.comments+xml" PartName="/ppt/comments/comment18.xml"/>
  <Override ContentType="application/vnd.openxmlformats-officedocument.presentationml.comments+xml" PartName="/ppt/comments/comment14.xml"/>
  <Override ContentType="application/vnd.openxmlformats-officedocument.presentationml.comments+xml" PartName="/ppt/comments/comment27.xml"/>
  <Override ContentType="application/vnd.openxmlformats-officedocument.presentationml.comments+xml" PartName="/ppt/comments/comment17.xml"/>
  <Override ContentType="application/vnd.openxmlformats-officedocument.presentationml.comments+xml" PartName="/ppt/comments/comment8.xml"/>
  <Override ContentType="application/vnd.openxmlformats-officedocument.presentationml.comments+xml" PartName="/ppt/comments/comment21.xml"/>
  <Override ContentType="application/vnd.openxmlformats-officedocument.presentationml.comments+xml" PartName="/ppt/comments/comment20.xml"/>
  <Override ContentType="application/vnd.openxmlformats-officedocument.presentationml.comments+xml" PartName="/ppt/comments/comment3.xml"/>
  <Override ContentType="application/vnd.openxmlformats-officedocument.presentationml.comments+xml" PartName="/ppt/comments/comment26.xml"/>
  <Override ContentType="application/vnd.openxmlformats-officedocument.presentationml.comments+xml" PartName="/ppt/comments/comment13.xml"/>
  <Override ContentType="application/vnd.openxmlformats-officedocument.presentationml.comments+xml" PartName="/ppt/comments/comment16.xml"/>
  <Override ContentType="application/vnd.openxmlformats-officedocument.presentationml.comments+xml" PartName="/ppt/comments/comment11.xml"/>
  <Override ContentType="application/vnd.openxmlformats-officedocument.presentationml.comments+xml" PartName="/ppt/comments/comment5.xml"/>
  <Override ContentType="application/vnd.openxmlformats-officedocument.presentationml.comments+xml" PartName="/ppt/comments/comment30.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25.xml"/>
  <Override ContentType="application/vnd.openxmlformats-officedocument.presentationml.comments+xml" PartName="/ppt/comments/comment12.xml"/>
  <Override ContentType="application/vnd.openxmlformats-officedocument.presentationml.comments+xml" PartName="/ppt/comments/comment29.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embeddedFontLst>
    <p:embeddedFont>
      <p:font typeface="Libre Franklin"/>
      <p:regular r:id="rId52"/>
      <p:bold r:id="rId53"/>
      <p:italic r:id="rId54"/>
      <p:boldItalic r:id="rId55"/>
    </p:embeddedFont>
    <p:embeddedFont>
      <p:font typeface="Instrument Serif"/>
      <p:regular r:id="rId56"/>
      <p:italic r:id="rId57"/>
    </p:embeddedFont>
    <p:embeddedFont>
      <p:font typeface="DM Mono"/>
      <p:regular r:id="rId58"/>
      <p: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1" name="Chris Claus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LibreFranklin-bold.fntdata"/><Relationship Id="rId52" Type="http://schemas.openxmlformats.org/officeDocument/2006/relationships/font" Target="fonts/LibreFranklin-regular.fntdata"/><Relationship Id="rId11" Type="http://schemas.openxmlformats.org/officeDocument/2006/relationships/slide" Target="slides/slide6.xml"/><Relationship Id="rId55" Type="http://schemas.openxmlformats.org/officeDocument/2006/relationships/font" Target="fonts/LibreFranklin-boldItalic.fntdata"/><Relationship Id="rId10" Type="http://schemas.openxmlformats.org/officeDocument/2006/relationships/slide" Target="slides/slide5.xml"/><Relationship Id="rId54" Type="http://schemas.openxmlformats.org/officeDocument/2006/relationships/font" Target="fonts/LibreFranklin-italic.fntdata"/><Relationship Id="rId13" Type="http://schemas.openxmlformats.org/officeDocument/2006/relationships/slide" Target="slides/slide8.xml"/><Relationship Id="rId57" Type="http://schemas.openxmlformats.org/officeDocument/2006/relationships/font" Target="fonts/InstrumentSerif-italic.fntdata"/><Relationship Id="rId12" Type="http://schemas.openxmlformats.org/officeDocument/2006/relationships/slide" Target="slides/slide7.xml"/><Relationship Id="rId56" Type="http://schemas.openxmlformats.org/officeDocument/2006/relationships/font" Target="fonts/InstrumentSerif-regular.fntdata"/><Relationship Id="rId15" Type="http://schemas.openxmlformats.org/officeDocument/2006/relationships/slide" Target="slides/slide10.xml"/><Relationship Id="rId59" Type="http://schemas.openxmlformats.org/officeDocument/2006/relationships/font" Target="fonts/DMMono-italic.fntdata"/><Relationship Id="rId14" Type="http://schemas.openxmlformats.org/officeDocument/2006/relationships/slide" Target="slides/slide9.xml"/><Relationship Id="rId58" Type="http://schemas.openxmlformats.org/officeDocument/2006/relationships/font" Target="fonts/DMMon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14T00:46:03.748">
    <p:pos x="6000" y="0"/>
    <p:text>Can we pls assign the 1640px size as the max scale, for all content, on all sizes over 1640px? So module colour blocks and images can scale. But the copy, nav, buttons, logos, etc won't get bigger than it is at 1640px.
Happy to chat about this change, if you have any advice about repercussions?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13T01:58:27.281">
    <p:pos x="6000" y="0"/>
    <p:text>The body copy letter spacing/tracking across the built site seems to be set wider, rather than tighter. We had -3% in Figma on Desktop and Mobile. Is this an intentional Accessibility change?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10-13T01:32:22.317">
    <p:pos x="6000" y="0"/>
    <p:text>We appreciate the images are still being updated, but just to mention, these are yet to be done. Thanks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10-13T01:27:48.083">
    <p:pos x="6000" y="0"/>
    <p:text>Blue bar, green type hover state and rotating arrow missing pls.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10-13T02:13:10.325">
    <p:pos x="6000" y="0"/>
    <p:text>When receiving search results, can we remove the blue accent pls? The yellow is great.</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10-15T05:04:34.175">
    <p:pos x="6000" y="0"/>
    <p:text>At 992x600px the content feels oversized and the logo is too small. Thanks</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10-13T01:59:55.575">
    <p:pos x="6000" y="0"/>
    <p:text>At smaller sizes, the arrows and line are missing. Thanks</p:text>
  </p:cm>
  <p:cm authorId="0" idx="8" dt="2026-10-13T01:59:55.575">
    <p:pos x="6000" y="0"/>
    <p:text>This might have been updated during review, as the arrows have shown up, but not the line yet.</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10-13T02:02:15.933">
    <p:pos x="6000" y="0"/>
    <p:text>Can we fix the crop on mobile pls?</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10-13T02:05:21.720">
    <p:pos x="6000" y="0"/>
    <p:text>At mobile sizes 375px, can we go full width on these buttons pls?</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1" dt="2026-10-15T00:47:54.924">
    <p:pos x="6000" y="0"/>
    <p:text>At mobile sizes, centre these icons as well pls.</p:tex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10-15T01:09:49.504">
    <p:pos x="6000" y="0"/>
    <p:text>At 576px, the space here can grow too tall.</p:tex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6-10-15T00:46:38.503">
    <p:pos x="6000" y="0"/>
    <p:text>At mobile sizes 375px, can we go full width on these buttons pls?</p:text>
  </p:cm>
</p:cmLst>
</file>

<file path=ppt/comments/comment1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6-10-15T01:22:30.226">
    <p:pos x="6000" y="0"/>
    <p:text>Small thing, can this body copy be Near black pls?</p:text>
  </p:cm>
</p:cmLst>
</file>

<file path=ppt/comments/comment1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5" dt="2026-10-15T01:23:53.790">
    <p:pos x="6000" y="0"/>
    <p:text>A nice to have, these images were designed as a carousel, with buttons here. Thanks</p:text>
  </p:cm>
</p:cmLst>
</file>

<file path=ppt/comments/comment1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6" dt="2026-10-15T01:35:04.285">
    <p:pos x="6000" y="0"/>
    <p:text>At mobile sizes 375px, can we go full width on these buttons pls?</p:text>
  </p:cm>
</p:cmLst>
</file>

<file path=ppt/comments/comment1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7" dt="2026-10-15T01:44:31.247">
    <p:pos x="6000" y="0"/>
    <p:text>Mobile image crop is off, thanks.</p:text>
  </p:cm>
</p:cmLst>
</file>

<file path=ppt/comments/comment1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8" dt="2026-10-15T04:38:10.682">
    <p:pos x="6000" y="0"/>
    <p:text>Mobile image crop is off, thanks.</p:text>
  </p:cm>
</p:cmLst>
</file>

<file path=ppt/comments/comment1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9" dt="2026-10-15T01:46:53.518">
    <p:pos x="6000" y="0"/>
    <p:text>At mobile sizes 375px, can we go full width on these buttons pls?</p:text>
  </p:cm>
</p:cmLst>
</file>

<file path=ppt/comments/comment1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0" dt="2026-10-15T04:49:27.445">
    <p:pos x="6000" y="0"/>
    <p:text>Sorry, this was a mistake on our side, the dividing lines here should be 2px wide white line, the extra blue line was a mistake. Thanks</p:text>
  </p:cm>
</p:cmLst>
</file>

<file path=ppt/comments/comment2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1" dt="2026-10-15T04:53:15.293">
    <p:pos x="6000" y="0"/>
    <p:text>This module is different to the designs. Please.</p:text>
  </p:cm>
</p:cmLst>
</file>

<file path=ppt/comments/comment2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2" dt="2026-10-15T04:55:36.818">
    <p:pos x="6000" y="0"/>
    <p:text>Mobile image crop is off, thanks.</p:text>
  </p:cm>
</p:cmLst>
</file>

<file path=ppt/comments/comment2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3" dt="2026-10-15T04:56:24.568">
    <p:pos x="6000" y="0"/>
    <p:text>At mobile sizes 375px, can we go full width on these buttons pls?</p:text>
  </p:cm>
</p:cmLst>
</file>

<file path=ppt/comments/comment2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4" dt="2026-10-15T04:58:36.733">
    <p:pos x="6000" y="0"/>
    <p:text>At mobile sizes 375px, can we go full width on these buttons pls?</p:text>
  </p:cm>
</p:cmLst>
</file>

<file path=ppt/comments/comment2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5" dt="2026-10-15T05:09:14.979">
    <p:pos x="6000" y="0"/>
    <p:text>The image is different than designs, thanks</p:text>
  </p:cm>
</p:cmLst>
</file>

<file path=ppt/comments/comment2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6" dt="2026-10-15T05:12:41.908">
    <p:pos x="6000" y="0"/>
    <p:text>At mobile sizes 375px, can we go full width on these buttons pls?</p:text>
  </p:cm>
</p:cmLst>
</file>

<file path=ppt/comments/comment2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7" dt="2026-10-15T05:14:33.431">
    <p:pos x="6000" y="0"/>
    <p:text>Just checking, this button will load more articles?</p:text>
  </p:cm>
</p:cmLst>
</file>

<file path=ppt/comments/comment2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8" dt="2026-10-15T05:17:16.348">
    <p:pos x="4531" y="844"/>
    <p:text>This headline is smaller, maybe this is strategic?</p:text>
  </p:cm>
</p:cmLst>
</file>

<file path=ppt/comments/comment2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9" dt="2026-10-15T05:17:30.693">
    <p:pos x="6000" y="0"/>
    <p:text>At mobile sizes 375px, can we go full width on these buttons pls?</p:text>
  </p:cm>
</p:cmLst>
</file>

<file path=ppt/comments/comment2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0" dt="2026-10-15T05:20:31.942">
    <p:pos x="6000" y="0"/>
    <p:text>Can this be a functional Google Maps module pls, not an image. Thanks</p:text>
  </p:cm>
</p:cmLst>
</file>

<file path=ppt/comments/comment3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1" dt="2026-10-15T05:21:13.334">
    <p:pos x="6000" y="0"/>
    <p:text>At mobile sizes 375px, can we go full width on these buttons pls?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1e1848cb01_5_55: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1e1848cb01_5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1fe2e73fbe_0_1: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1fe2e73fb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4f61a8c51bd512de_1_41: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4f61a8c51bd512de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4f61a8c51bd512de_1_13: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h4f61a8c51bd512de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4f61a8c51bd512de_1_0: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h4f61a8c51bd512d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25539880bf_4_41: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25539880bf_4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4f61a8c51bd512de_1_59: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h4f61a8c51bd512de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4f61a8c51bd512de_1_32: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h4f61a8c51bd512de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h4f61a8c51bd512de_1_18: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h4f61a8c51bd512de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4f61a8c51bd512de_1_108: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h4f61a8c51bd512de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3d52333ab8bbbaed_1_65: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h3d52333ab8bbbaed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4f61a8c51bd512de_1_49: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h4f61a8c51bd512de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h4f61a8c51bd512de_1_74: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h4f61a8c51bd512de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4f61a8c51bd512de_1_82: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h4f61a8c51bd512de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h22967496db287518_4_8: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h22967496db287518_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2f8923e7027a5197_0_0: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h2f8923e7027a51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22967496db287518_4_17: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h22967496db287518_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h22967496db287518_4_0: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h22967496db287518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22967496db287518_4_25: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h22967496db287518_4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22967496db287518_4_29: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h22967496db287518_4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22967496db287518_4_36: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h22967496db287518_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h22967496db287518_4_44: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h22967496db287518_4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22967496db287518_4_54: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h22967496db287518_4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h22967496db287518_4_58: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h22967496db287518_4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h22967496db287518_4_78: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h22967496db287518_4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22967496db287518_4_68: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h22967496db287518_4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3d52333ab8bbbaed_1_0: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h3d52333ab8bbbae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h3d52333ab8bbbaed_1_4: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h3d52333ab8bbbaed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3d52333ab8bbbaed_1_16: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h3d52333ab8bbbaed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h3d52333ab8bbbaed_1_28: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h3d52333ab8bbbaed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3d52333ab8bbbaed_1_37: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h3d52333ab8bbbaed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3d52333ab8bbbaed_1_47: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h3d52333ab8bbbaed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h3d52333ab8bbbaed_1_51: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h3d52333ab8bbbaed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3d52333ab8bbbaed_1_81: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h3d52333ab8bbbaed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3d52333ab8bbbaed_1_94: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h3d52333ab8bbbaed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3d52333ab8bbbaed_1_112: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h3d52333ab8bbbaed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3d52333ab8bbbaed_1_120: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h3d52333ab8bbbaed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h3d52333ab8bbbaed_1_124: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h3d52333ab8bbbaed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3d52333ab8bbbaed_1_137: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h3d52333ab8bbbaed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h3d52333ab8bbbaed_1_141: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h3d52333ab8bbbaed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h3d52333ab8bbbaed_1_149: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h3d52333ab8bbbaed_1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h3d52333ab8bbbaed_14_0: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h3d52333ab8bbbaed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h3d52333ab8bbbaed_14_4: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h3d52333ab8bbbaed_1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h3d52333ab8bbbaed_14_11: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h3d52333ab8bbbaed_1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1e1848cb01_5_89: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1e1848cb01_5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h3d52333ab8bbbaed_1_105: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h3d52333ab8bbbaed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0.gif"/><Relationship Id="rId4" Type="http://schemas.openxmlformats.org/officeDocument/2006/relationships/hyperlink" Target="http://cocogun.com.au" TargetMode="External"/><Relationship Id="rId5"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0.gif"/><Relationship Id="rId4" Type="http://schemas.openxmlformats.org/officeDocument/2006/relationships/hyperlink" Target="http://cocogun.com.au"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ver Light">
  <p:cSld name="TITLE_2">
    <p:bg>
      <p:bgPr>
        <a:solidFill>
          <a:schemeClr val="dk2"/>
        </a:solidFill>
      </p:bgPr>
    </p:bg>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8635623" y="4701951"/>
            <a:ext cx="189825" cy="319500"/>
          </a:xfrm>
          <a:prstGeom prst="rect">
            <a:avLst/>
          </a:prstGeom>
          <a:noFill/>
          <a:ln>
            <a:noFill/>
          </a:ln>
        </p:spPr>
      </p:pic>
      <p:sp>
        <p:nvSpPr>
          <p:cNvPr id="10" name="Google Shape;10;p2"/>
          <p:cNvSpPr txBox="1"/>
          <p:nvPr/>
        </p:nvSpPr>
        <p:spPr>
          <a:xfrm>
            <a:off x="435427" y="432950"/>
            <a:ext cx="3931500" cy="6219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1"/>
              </a:buClr>
              <a:buSzPts val="1100"/>
              <a:buFont typeface="Arial"/>
              <a:buNone/>
            </a:pPr>
            <a:r>
              <a:rPr lang="en-GB" sz="3000">
                <a:latin typeface="Instrument Serif"/>
                <a:ea typeface="Instrument Serif"/>
                <a:cs typeface="Instrument Serif"/>
                <a:sym typeface="Instrument Serif"/>
              </a:rPr>
              <a:t>Welcome to the home</a:t>
            </a:r>
            <a:endParaRPr sz="3000">
              <a:latin typeface="Instrument Serif"/>
              <a:ea typeface="Instrument Serif"/>
              <a:cs typeface="Instrument Serif"/>
              <a:sym typeface="Instrument Serif"/>
            </a:endParaRPr>
          </a:p>
          <a:p>
            <a:pPr indent="0" lvl="0" marL="0" rtl="0" algn="l">
              <a:lnSpc>
                <a:spcPct val="80000"/>
              </a:lnSpc>
              <a:spcBef>
                <a:spcPts val="0"/>
              </a:spcBef>
              <a:spcAft>
                <a:spcPts val="0"/>
              </a:spcAft>
              <a:buNone/>
            </a:pPr>
            <a:r>
              <a:rPr lang="en-GB" sz="3000">
                <a:latin typeface="Instrument Serif"/>
                <a:ea typeface="Instrument Serif"/>
                <a:cs typeface="Instrument Serif"/>
                <a:sym typeface="Instrument Serif"/>
              </a:rPr>
              <a:t>of Ideas That Matter.</a:t>
            </a:r>
            <a:endParaRPr sz="3000">
              <a:latin typeface="Instrument Serif"/>
              <a:ea typeface="Instrument Serif"/>
              <a:cs typeface="Instrument Serif"/>
              <a:sym typeface="Instrument Serif"/>
            </a:endParaRPr>
          </a:p>
        </p:txBody>
      </p:sp>
      <p:sp>
        <p:nvSpPr>
          <p:cNvPr id="11" name="Google Shape;11;p2"/>
          <p:cNvSpPr txBox="1"/>
          <p:nvPr>
            <p:ph type="ctrTitle"/>
          </p:nvPr>
        </p:nvSpPr>
        <p:spPr>
          <a:xfrm>
            <a:off x="435425" y="4705075"/>
            <a:ext cx="2526600" cy="258300"/>
          </a:xfrm>
          <a:prstGeom prst="rect">
            <a:avLst/>
          </a:prstGeom>
          <a:noFill/>
          <a:ln>
            <a:noFill/>
          </a:ln>
        </p:spPr>
        <p:txBody>
          <a:bodyPr anchorCtr="0" anchor="b" bIns="0" lIns="0" spcFirstLastPara="1" rIns="0" wrap="square" tIns="0">
            <a:spAutoFit/>
          </a:bodyPr>
          <a:lstStyle>
            <a:lvl1pPr lvl="0">
              <a:lnSpc>
                <a:spcPct val="100000"/>
              </a:lnSpc>
              <a:spcBef>
                <a:spcPts val="0"/>
              </a:spcBef>
              <a:spcAft>
                <a:spcPts val="0"/>
              </a:spcAft>
              <a:buClr>
                <a:srgbClr val="000000"/>
              </a:buClr>
              <a:buSzPts val="800"/>
              <a:buFont typeface="DM Mono"/>
              <a:buNone/>
              <a:defRPr b="0" sz="800">
                <a:solidFill>
                  <a:srgbClr val="000000"/>
                </a:solidFill>
                <a:latin typeface="DM Mono"/>
                <a:ea typeface="DM Mono"/>
                <a:cs typeface="DM Mono"/>
                <a:sym typeface="DM Mono"/>
              </a:defRPr>
            </a:lvl1pPr>
            <a:lvl2pPr lvl="1"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2pPr>
            <a:lvl3pPr lvl="2"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3pPr>
            <a:lvl4pPr lvl="3"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4pPr>
            <a:lvl5pPr lvl="4"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5pPr>
            <a:lvl6pPr lvl="5"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6pPr>
            <a:lvl7pPr lvl="6"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7pPr>
            <a:lvl8pPr lvl="7"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8pPr>
            <a:lvl9pPr lvl="8"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9pPr>
          </a:lstStyle>
          <a:p/>
        </p:txBody>
      </p:sp>
      <p:sp>
        <p:nvSpPr>
          <p:cNvPr id="12" name="Google Shape;12;p2"/>
          <p:cNvSpPr txBox="1"/>
          <p:nvPr>
            <p:ph idx="2" type="ctrTitle"/>
          </p:nvPr>
        </p:nvSpPr>
        <p:spPr>
          <a:xfrm>
            <a:off x="3072127" y="4705076"/>
            <a:ext cx="2526600" cy="258300"/>
          </a:xfrm>
          <a:prstGeom prst="rect">
            <a:avLst/>
          </a:prstGeom>
          <a:noFill/>
          <a:ln>
            <a:noFill/>
          </a:ln>
        </p:spPr>
        <p:txBody>
          <a:bodyPr anchorCtr="0" anchor="b" bIns="0" lIns="0" spcFirstLastPara="1" rIns="0" wrap="square" tIns="0">
            <a:spAutoFit/>
          </a:bodyPr>
          <a:lstStyle>
            <a:lvl1pPr lvl="0">
              <a:lnSpc>
                <a:spcPct val="100000"/>
              </a:lnSpc>
              <a:spcBef>
                <a:spcPts val="0"/>
              </a:spcBef>
              <a:spcAft>
                <a:spcPts val="0"/>
              </a:spcAft>
              <a:buClr>
                <a:srgbClr val="000000"/>
              </a:buClr>
              <a:buSzPts val="800"/>
              <a:buFont typeface="DM Mono"/>
              <a:buNone/>
              <a:defRPr b="0" sz="800">
                <a:solidFill>
                  <a:srgbClr val="000000"/>
                </a:solidFill>
                <a:latin typeface="DM Mono"/>
                <a:ea typeface="DM Mono"/>
                <a:cs typeface="DM Mono"/>
                <a:sym typeface="DM Mono"/>
              </a:defRPr>
            </a:lvl1pPr>
            <a:lvl2pPr lvl="1"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2pPr>
            <a:lvl3pPr lvl="2"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3pPr>
            <a:lvl4pPr lvl="3"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4pPr>
            <a:lvl5pPr lvl="4"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5pPr>
            <a:lvl6pPr lvl="5"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6pPr>
            <a:lvl7pPr lvl="6"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7pPr>
            <a:lvl8pPr lvl="7"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8pPr>
            <a:lvl9pPr lvl="8" algn="ctr">
              <a:lnSpc>
                <a:spcPct val="100000"/>
              </a:lnSpc>
              <a:spcBef>
                <a:spcPts val="0"/>
              </a:spcBef>
              <a:spcAft>
                <a:spcPts val="0"/>
              </a:spcAft>
              <a:buClr>
                <a:srgbClr val="000000"/>
              </a:buClr>
              <a:buSzPts val="800"/>
              <a:buFont typeface="Libre Franklin"/>
              <a:buNone/>
              <a:defRPr b="1" sz="800">
                <a:solidFill>
                  <a:srgbClr val="000000"/>
                </a:solidFill>
                <a:latin typeface="Libre Franklin"/>
                <a:ea typeface="Libre Franklin"/>
                <a:cs typeface="Libre Franklin"/>
                <a:sym typeface="Libre Franklin"/>
              </a:defRPr>
            </a:lvl9pPr>
          </a:lstStyle>
          <a:p/>
        </p:txBody>
      </p:sp>
      <p:pic>
        <p:nvPicPr>
          <p:cNvPr id="13" name="Google Shape;13;p2"/>
          <p:cNvPicPr preferRelativeResize="0"/>
          <p:nvPr/>
        </p:nvPicPr>
        <p:blipFill rotWithShape="1">
          <a:blip r:embed="rId3">
            <a:alphaModFix/>
          </a:blip>
          <a:srcRect b="0" l="0" r="0" t="0"/>
          <a:stretch/>
        </p:blipFill>
        <p:spPr>
          <a:xfrm>
            <a:off x="7431274" y="432950"/>
            <a:ext cx="1277302" cy="2120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Statement Light">
  <p:cSld name="TITLE_2_3">
    <p:bg>
      <p:bgPr>
        <a:solidFill>
          <a:schemeClr val="dk2"/>
        </a:solidFill>
      </p:bgPr>
    </p:bg>
    <p:spTree>
      <p:nvGrpSpPr>
        <p:cNvPr id="14" name="Shape 14"/>
        <p:cNvGrpSpPr/>
        <p:nvPr/>
      </p:nvGrpSpPr>
      <p:grpSpPr>
        <a:xfrm>
          <a:off x="0" y="0"/>
          <a:ext cx="0" cy="0"/>
          <a:chOff x="0" y="0"/>
          <a:chExt cx="0" cy="0"/>
        </a:xfrm>
      </p:grpSpPr>
      <p:sp>
        <p:nvSpPr>
          <p:cNvPr id="15" name="Google Shape;15;p3"/>
          <p:cNvSpPr txBox="1"/>
          <p:nvPr>
            <p:ph type="ctrTitle"/>
          </p:nvPr>
        </p:nvSpPr>
        <p:spPr>
          <a:xfrm>
            <a:off x="435425" y="432977"/>
            <a:ext cx="7569600" cy="2378400"/>
          </a:xfrm>
          <a:prstGeom prst="rect">
            <a:avLst/>
          </a:prstGeom>
          <a:noFill/>
          <a:ln>
            <a:noFill/>
          </a:ln>
        </p:spPr>
        <p:txBody>
          <a:bodyPr anchorCtr="0" anchor="t" bIns="0" lIns="0" spcFirstLastPara="1" rIns="0" wrap="square" tIns="0">
            <a:spAutoFit/>
          </a:bodyPr>
          <a:lstStyle>
            <a:lvl1pPr lvl="0">
              <a:lnSpc>
                <a:spcPct val="80000"/>
              </a:lnSpc>
              <a:spcBef>
                <a:spcPts val="0"/>
              </a:spcBef>
              <a:spcAft>
                <a:spcPts val="0"/>
              </a:spcAft>
              <a:buSzPts val="6000"/>
              <a:buNone/>
              <a:defRPr sz="6000"/>
            </a:lvl1pPr>
            <a:lvl2pPr lvl="1" algn="ctr">
              <a:lnSpc>
                <a:spcPct val="80000"/>
              </a:lnSpc>
              <a:spcBef>
                <a:spcPts val="0"/>
              </a:spcBef>
              <a:spcAft>
                <a:spcPts val="0"/>
              </a:spcAft>
              <a:buSzPts val="6000"/>
              <a:buFont typeface="Libre Franklin"/>
              <a:buNone/>
              <a:defRPr b="1" sz="6000">
                <a:latin typeface="Libre Franklin"/>
                <a:ea typeface="Libre Franklin"/>
                <a:cs typeface="Libre Franklin"/>
                <a:sym typeface="Libre Franklin"/>
              </a:defRPr>
            </a:lvl2pPr>
            <a:lvl3pPr lvl="2" algn="ctr">
              <a:lnSpc>
                <a:spcPct val="80000"/>
              </a:lnSpc>
              <a:spcBef>
                <a:spcPts val="0"/>
              </a:spcBef>
              <a:spcAft>
                <a:spcPts val="0"/>
              </a:spcAft>
              <a:buSzPts val="6000"/>
              <a:buFont typeface="Libre Franklin"/>
              <a:buNone/>
              <a:defRPr b="1" sz="6000">
                <a:latin typeface="Libre Franklin"/>
                <a:ea typeface="Libre Franklin"/>
                <a:cs typeface="Libre Franklin"/>
                <a:sym typeface="Libre Franklin"/>
              </a:defRPr>
            </a:lvl3pPr>
            <a:lvl4pPr lvl="3" algn="ctr">
              <a:lnSpc>
                <a:spcPct val="80000"/>
              </a:lnSpc>
              <a:spcBef>
                <a:spcPts val="0"/>
              </a:spcBef>
              <a:spcAft>
                <a:spcPts val="0"/>
              </a:spcAft>
              <a:buSzPts val="6000"/>
              <a:buFont typeface="Libre Franklin"/>
              <a:buNone/>
              <a:defRPr b="1" sz="6000">
                <a:latin typeface="Libre Franklin"/>
                <a:ea typeface="Libre Franklin"/>
                <a:cs typeface="Libre Franklin"/>
                <a:sym typeface="Libre Franklin"/>
              </a:defRPr>
            </a:lvl4pPr>
            <a:lvl5pPr lvl="4" algn="ctr">
              <a:lnSpc>
                <a:spcPct val="80000"/>
              </a:lnSpc>
              <a:spcBef>
                <a:spcPts val="0"/>
              </a:spcBef>
              <a:spcAft>
                <a:spcPts val="0"/>
              </a:spcAft>
              <a:buSzPts val="6000"/>
              <a:buFont typeface="Libre Franklin"/>
              <a:buNone/>
              <a:defRPr b="1" sz="6000">
                <a:latin typeface="Libre Franklin"/>
                <a:ea typeface="Libre Franklin"/>
                <a:cs typeface="Libre Franklin"/>
                <a:sym typeface="Libre Franklin"/>
              </a:defRPr>
            </a:lvl5pPr>
            <a:lvl6pPr lvl="5" algn="ctr">
              <a:lnSpc>
                <a:spcPct val="80000"/>
              </a:lnSpc>
              <a:spcBef>
                <a:spcPts val="0"/>
              </a:spcBef>
              <a:spcAft>
                <a:spcPts val="0"/>
              </a:spcAft>
              <a:buSzPts val="6000"/>
              <a:buFont typeface="Libre Franklin"/>
              <a:buNone/>
              <a:defRPr b="1" sz="6000">
                <a:latin typeface="Libre Franklin"/>
                <a:ea typeface="Libre Franklin"/>
                <a:cs typeface="Libre Franklin"/>
                <a:sym typeface="Libre Franklin"/>
              </a:defRPr>
            </a:lvl6pPr>
            <a:lvl7pPr lvl="6" algn="ctr">
              <a:lnSpc>
                <a:spcPct val="80000"/>
              </a:lnSpc>
              <a:spcBef>
                <a:spcPts val="0"/>
              </a:spcBef>
              <a:spcAft>
                <a:spcPts val="0"/>
              </a:spcAft>
              <a:buSzPts val="6000"/>
              <a:buFont typeface="Libre Franklin"/>
              <a:buNone/>
              <a:defRPr b="1" sz="6000">
                <a:latin typeface="Libre Franklin"/>
                <a:ea typeface="Libre Franklin"/>
                <a:cs typeface="Libre Franklin"/>
                <a:sym typeface="Libre Franklin"/>
              </a:defRPr>
            </a:lvl7pPr>
            <a:lvl8pPr lvl="7" algn="ctr">
              <a:lnSpc>
                <a:spcPct val="80000"/>
              </a:lnSpc>
              <a:spcBef>
                <a:spcPts val="0"/>
              </a:spcBef>
              <a:spcAft>
                <a:spcPts val="0"/>
              </a:spcAft>
              <a:buSzPts val="6000"/>
              <a:buFont typeface="Libre Franklin"/>
              <a:buNone/>
              <a:defRPr b="1" sz="6000">
                <a:latin typeface="Libre Franklin"/>
                <a:ea typeface="Libre Franklin"/>
                <a:cs typeface="Libre Franklin"/>
                <a:sym typeface="Libre Franklin"/>
              </a:defRPr>
            </a:lvl8pPr>
            <a:lvl9pPr lvl="8" algn="ctr">
              <a:lnSpc>
                <a:spcPct val="80000"/>
              </a:lnSpc>
              <a:spcBef>
                <a:spcPts val="0"/>
              </a:spcBef>
              <a:spcAft>
                <a:spcPts val="0"/>
              </a:spcAft>
              <a:buSzPts val="6000"/>
              <a:buFont typeface="Libre Franklin"/>
              <a:buNone/>
              <a:defRPr b="1" sz="6000">
                <a:latin typeface="Libre Franklin"/>
                <a:ea typeface="Libre Franklin"/>
                <a:cs typeface="Libre Franklin"/>
                <a:sym typeface="Libre Franklin"/>
              </a:defRPr>
            </a:lvl9pPr>
          </a:lstStyle>
          <a:p/>
        </p:txBody>
      </p:sp>
      <p:sp>
        <p:nvSpPr>
          <p:cNvPr id="16" name="Google Shape;16;p3"/>
          <p:cNvSpPr txBox="1"/>
          <p:nvPr>
            <p:ph idx="1" type="subTitle"/>
          </p:nvPr>
        </p:nvSpPr>
        <p:spPr>
          <a:xfrm>
            <a:off x="435425" y="2360625"/>
            <a:ext cx="5459100" cy="996300"/>
          </a:xfrm>
          <a:prstGeom prst="rect">
            <a:avLst/>
          </a:prstGeom>
          <a:noFill/>
          <a:ln>
            <a:noFill/>
          </a:ln>
        </p:spPr>
        <p:txBody>
          <a:bodyPr anchorCtr="0" anchor="t" bIns="0" lIns="0" spcFirstLastPara="1" rIns="0" wrap="square" tIns="0">
            <a:spAutoFit/>
          </a:bodyPr>
          <a:lstStyle>
            <a:lvl1pPr lvl="0">
              <a:lnSpc>
                <a:spcPct val="80000"/>
              </a:lnSpc>
              <a:spcBef>
                <a:spcPts val="0"/>
              </a:spcBef>
              <a:spcAft>
                <a:spcPts val="0"/>
              </a:spcAft>
              <a:buSzPts val="3000"/>
              <a:buFont typeface="Instrument Serif"/>
              <a:buNone/>
              <a:defRPr sz="3000">
                <a:latin typeface="Instrument Serif"/>
                <a:ea typeface="Instrument Serif"/>
                <a:cs typeface="Instrument Serif"/>
                <a:sym typeface="Instrument Serif"/>
              </a:defRPr>
            </a:lvl1pPr>
            <a:lvl2pPr lvl="1" algn="ctr">
              <a:lnSpc>
                <a:spcPct val="100000"/>
              </a:lnSpc>
              <a:spcBef>
                <a:spcPts val="0"/>
              </a:spcBef>
              <a:spcAft>
                <a:spcPts val="0"/>
              </a:spcAft>
              <a:buSzPts val="1200"/>
              <a:buFont typeface="Instrument Serif"/>
              <a:buNone/>
              <a:defRPr>
                <a:latin typeface="Instrument Serif"/>
                <a:ea typeface="Instrument Serif"/>
                <a:cs typeface="Instrument Serif"/>
                <a:sym typeface="Instrument Serif"/>
              </a:defRPr>
            </a:lvl2pPr>
            <a:lvl3pPr lvl="2" algn="ctr">
              <a:lnSpc>
                <a:spcPct val="100000"/>
              </a:lnSpc>
              <a:spcBef>
                <a:spcPts val="0"/>
              </a:spcBef>
              <a:spcAft>
                <a:spcPts val="0"/>
              </a:spcAft>
              <a:buSzPts val="3000"/>
              <a:buFont typeface="Instrument Serif"/>
              <a:buNone/>
              <a:defRPr sz="3000">
                <a:latin typeface="Instrument Serif"/>
                <a:ea typeface="Instrument Serif"/>
                <a:cs typeface="Instrument Serif"/>
                <a:sym typeface="Instrument Serif"/>
              </a:defRPr>
            </a:lvl3pPr>
            <a:lvl4pPr lvl="3" algn="ctr">
              <a:lnSpc>
                <a:spcPct val="100000"/>
              </a:lnSpc>
              <a:spcBef>
                <a:spcPts val="0"/>
              </a:spcBef>
              <a:spcAft>
                <a:spcPts val="0"/>
              </a:spcAft>
              <a:buSzPts val="3000"/>
              <a:buFont typeface="Instrument Serif"/>
              <a:buNone/>
              <a:defRPr sz="3000">
                <a:latin typeface="Instrument Serif"/>
                <a:ea typeface="Instrument Serif"/>
                <a:cs typeface="Instrument Serif"/>
                <a:sym typeface="Instrument Serif"/>
              </a:defRPr>
            </a:lvl4pPr>
            <a:lvl5pPr lvl="4" algn="ctr">
              <a:lnSpc>
                <a:spcPct val="100000"/>
              </a:lnSpc>
              <a:spcBef>
                <a:spcPts val="0"/>
              </a:spcBef>
              <a:spcAft>
                <a:spcPts val="0"/>
              </a:spcAft>
              <a:buSzPts val="3000"/>
              <a:buFont typeface="Instrument Serif"/>
              <a:buNone/>
              <a:defRPr sz="3000">
                <a:latin typeface="Instrument Serif"/>
                <a:ea typeface="Instrument Serif"/>
                <a:cs typeface="Instrument Serif"/>
                <a:sym typeface="Instrument Serif"/>
              </a:defRPr>
            </a:lvl5pPr>
            <a:lvl6pPr lvl="5" algn="ctr">
              <a:lnSpc>
                <a:spcPct val="100000"/>
              </a:lnSpc>
              <a:spcBef>
                <a:spcPts val="0"/>
              </a:spcBef>
              <a:spcAft>
                <a:spcPts val="0"/>
              </a:spcAft>
              <a:buSzPts val="3000"/>
              <a:buFont typeface="Instrument Serif"/>
              <a:buNone/>
              <a:defRPr sz="3000">
                <a:latin typeface="Instrument Serif"/>
                <a:ea typeface="Instrument Serif"/>
                <a:cs typeface="Instrument Serif"/>
                <a:sym typeface="Instrument Serif"/>
              </a:defRPr>
            </a:lvl6pPr>
            <a:lvl7pPr lvl="6" algn="ctr">
              <a:lnSpc>
                <a:spcPct val="100000"/>
              </a:lnSpc>
              <a:spcBef>
                <a:spcPts val="0"/>
              </a:spcBef>
              <a:spcAft>
                <a:spcPts val="0"/>
              </a:spcAft>
              <a:buSzPts val="3000"/>
              <a:buFont typeface="Instrument Serif"/>
              <a:buNone/>
              <a:defRPr sz="3000">
                <a:latin typeface="Instrument Serif"/>
                <a:ea typeface="Instrument Serif"/>
                <a:cs typeface="Instrument Serif"/>
                <a:sym typeface="Instrument Serif"/>
              </a:defRPr>
            </a:lvl7pPr>
            <a:lvl8pPr lvl="7" algn="ctr">
              <a:lnSpc>
                <a:spcPct val="100000"/>
              </a:lnSpc>
              <a:spcBef>
                <a:spcPts val="0"/>
              </a:spcBef>
              <a:spcAft>
                <a:spcPts val="0"/>
              </a:spcAft>
              <a:buSzPts val="3000"/>
              <a:buFont typeface="Instrument Serif"/>
              <a:buNone/>
              <a:defRPr sz="3000">
                <a:latin typeface="Instrument Serif"/>
                <a:ea typeface="Instrument Serif"/>
                <a:cs typeface="Instrument Serif"/>
                <a:sym typeface="Instrument Serif"/>
              </a:defRPr>
            </a:lvl8pPr>
            <a:lvl9pPr lvl="8" algn="ctr">
              <a:lnSpc>
                <a:spcPct val="100000"/>
              </a:lnSpc>
              <a:spcBef>
                <a:spcPts val="0"/>
              </a:spcBef>
              <a:spcAft>
                <a:spcPts val="0"/>
              </a:spcAft>
              <a:buSzPts val="3000"/>
              <a:buFont typeface="Instrument Serif"/>
              <a:buNone/>
              <a:defRPr sz="3000">
                <a:latin typeface="Instrument Serif"/>
                <a:ea typeface="Instrument Serif"/>
                <a:cs typeface="Instrument Serif"/>
                <a:sym typeface="Instrument Serif"/>
              </a:defRPr>
            </a:lvl9pPr>
          </a:lstStyle>
          <a:p/>
        </p:txBody>
      </p:sp>
      <p:pic>
        <p:nvPicPr>
          <p:cNvPr id="17" name="Google Shape;17;p3"/>
          <p:cNvPicPr preferRelativeResize="0"/>
          <p:nvPr/>
        </p:nvPicPr>
        <p:blipFill>
          <a:blip r:embed="rId2">
            <a:alphaModFix/>
          </a:blip>
          <a:stretch>
            <a:fillRect/>
          </a:stretch>
        </p:blipFill>
        <p:spPr>
          <a:xfrm>
            <a:off x="8635623" y="4701951"/>
            <a:ext cx="189825" cy="319500"/>
          </a:xfrm>
          <a:prstGeom prst="rect">
            <a:avLst/>
          </a:prstGeom>
          <a:noFill/>
          <a:ln>
            <a:noFill/>
          </a:ln>
        </p:spPr>
      </p:pic>
      <p:pic>
        <p:nvPicPr>
          <p:cNvPr id="18" name="Google Shape;18;p3"/>
          <p:cNvPicPr preferRelativeResize="0"/>
          <p:nvPr/>
        </p:nvPicPr>
        <p:blipFill>
          <a:blip r:embed="rId3">
            <a:alphaModFix/>
          </a:blip>
          <a:stretch>
            <a:fillRect/>
          </a:stretch>
        </p:blipFill>
        <p:spPr>
          <a:xfrm>
            <a:off x="8635626" y="173175"/>
            <a:ext cx="189825" cy="193946"/>
          </a:xfrm>
          <a:prstGeom prst="rect">
            <a:avLst/>
          </a:prstGeom>
          <a:noFill/>
          <a:ln>
            <a:noFill/>
          </a:ln>
        </p:spPr>
      </p:pic>
      <p:sp>
        <p:nvSpPr>
          <p:cNvPr id="19" name="Google Shape;19;p3"/>
          <p:cNvSpPr txBox="1"/>
          <p:nvPr>
            <p:ph idx="2" type="body"/>
          </p:nvPr>
        </p:nvSpPr>
        <p:spPr>
          <a:xfrm>
            <a:off x="435425" y="3467975"/>
            <a:ext cx="4272300" cy="822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1pPr>
            <a:lvl2pPr indent="-285750" lvl="1" marL="914400">
              <a:lnSpc>
                <a:spcPct val="115000"/>
              </a:lnSpc>
              <a:spcBef>
                <a:spcPts val="0"/>
              </a:spcBef>
              <a:spcAft>
                <a:spcPts val="0"/>
              </a:spcAft>
              <a:buSzPts val="900"/>
              <a:buChar char="○"/>
              <a:defRPr sz="900"/>
            </a:lvl2pPr>
            <a:lvl3pPr indent="-285750" lvl="2" marL="1371600">
              <a:lnSpc>
                <a:spcPct val="115000"/>
              </a:lnSpc>
              <a:spcBef>
                <a:spcPts val="0"/>
              </a:spcBef>
              <a:spcAft>
                <a:spcPts val="0"/>
              </a:spcAft>
              <a:buSzPts val="900"/>
              <a:buChar char="■"/>
              <a:defRPr sz="900"/>
            </a:lvl3pPr>
            <a:lvl4pPr indent="-285750" lvl="3" marL="1828800">
              <a:lnSpc>
                <a:spcPct val="115000"/>
              </a:lnSpc>
              <a:spcBef>
                <a:spcPts val="0"/>
              </a:spcBef>
              <a:spcAft>
                <a:spcPts val="0"/>
              </a:spcAft>
              <a:buSzPts val="900"/>
              <a:buChar char="●"/>
              <a:defRPr sz="900"/>
            </a:lvl4pPr>
            <a:lvl5pPr indent="-285750" lvl="4" marL="2286000">
              <a:lnSpc>
                <a:spcPct val="115000"/>
              </a:lnSpc>
              <a:spcBef>
                <a:spcPts val="0"/>
              </a:spcBef>
              <a:spcAft>
                <a:spcPts val="0"/>
              </a:spcAft>
              <a:buSzPts val="900"/>
              <a:buChar char="○"/>
              <a:defRPr sz="900"/>
            </a:lvl5pPr>
            <a:lvl6pPr indent="-285750" lvl="5" marL="27432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6pPr>
            <a:lvl7pPr indent="-285750" lvl="6" marL="32004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7pPr>
            <a:lvl8pPr indent="-285750" lvl="7" marL="36576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8pPr>
            <a:lvl9pPr indent="-285750" lvl="8" marL="41148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9pPr>
          </a:lstStyle>
          <a:p/>
        </p:txBody>
      </p:sp>
      <p:sp>
        <p:nvSpPr>
          <p:cNvPr id="20" name="Google Shape;20;p3"/>
          <p:cNvSpPr txBox="1"/>
          <p:nvPr/>
        </p:nvSpPr>
        <p:spPr>
          <a:xfrm>
            <a:off x="6734425" y="4959978"/>
            <a:ext cx="1747800" cy="61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400">
                <a:solidFill>
                  <a:schemeClr val="dk1"/>
                </a:solidFill>
                <a:latin typeface="DM Mono"/>
                <a:ea typeface="DM Mono"/>
                <a:cs typeface="DM Mono"/>
                <a:sym typeface="DM Mono"/>
              </a:rPr>
              <a:t>©</a:t>
            </a:r>
            <a:r>
              <a:rPr lang="en-GB" sz="400">
                <a:solidFill>
                  <a:schemeClr val="dk1"/>
                </a:solidFill>
                <a:latin typeface="DM Mono"/>
                <a:ea typeface="DM Mono"/>
                <a:cs typeface="DM Mono"/>
                <a:sym typeface="DM Mono"/>
              </a:rPr>
              <a:t>2026</a:t>
            </a:r>
            <a:r>
              <a:rPr lang="en-GB" sz="400">
                <a:solidFill>
                  <a:schemeClr val="dk1"/>
                </a:solidFill>
                <a:latin typeface="DM Mono"/>
                <a:ea typeface="DM Mono"/>
                <a:cs typeface="DM Mono"/>
                <a:sym typeface="DM Mono"/>
              </a:rPr>
              <a:t> COCOGUN. ALL RIGHTS RESERVED.</a:t>
            </a:r>
            <a:endParaRPr sz="400">
              <a:solidFill>
                <a:schemeClr val="dk1"/>
              </a:solidFill>
              <a:latin typeface="DM Mono"/>
              <a:ea typeface="DM Mono"/>
              <a:cs typeface="DM Mono"/>
              <a:sym typeface="DM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Medium Copy Light">
  <p:cSld name="TITLE_2_2">
    <p:bg>
      <p:bgPr>
        <a:solidFill>
          <a:schemeClr val="dk2"/>
        </a:solidFill>
      </p:bgPr>
    </p:bg>
    <p:spTree>
      <p:nvGrpSpPr>
        <p:cNvPr id="21" name="Shape 21"/>
        <p:cNvGrpSpPr/>
        <p:nvPr/>
      </p:nvGrpSpPr>
      <p:grpSpPr>
        <a:xfrm>
          <a:off x="0" y="0"/>
          <a:ext cx="0" cy="0"/>
          <a:chOff x="0" y="0"/>
          <a:chExt cx="0" cy="0"/>
        </a:xfrm>
      </p:grpSpPr>
      <p:pic>
        <p:nvPicPr>
          <p:cNvPr id="22" name="Google Shape;22;p4"/>
          <p:cNvPicPr preferRelativeResize="0"/>
          <p:nvPr/>
        </p:nvPicPr>
        <p:blipFill>
          <a:blip r:embed="rId2">
            <a:alphaModFix/>
          </a:blip>
          <a:stretch>
            <a:fillRect/>
          </a:stretch>
        </p:blipFill>
        <p:spPr>
          <a:xfrm>
            <a:off x="8635623" y="4701951"/>
            <a:ext cx="189825" cy="319500"/>
          </a:xfrm>
          <a:prstGeom prst="rect">
            <a:avLst/>
          </a:prstGeom>
          <a:noFill/>
          <a:ln>
            <a:noFill/>
          </a:ln>
        </p:spPr>
      </p:pic>
      <p:pic>
        <p:nvPicPr>
          <p:cNvPr id="23" name="Google Shape;23;p4"/>
          <p:cNvPicPr preferRelativeResize="0"/>
          <p:nvPr/>
        </p:nvPicPr>
        <p:blipFill>
          <a:blip r:embed="rId3">
            <a:alphaModFix/>
          </a:blip>
          <a:stretch>
            <a:fillRect/>
          </a:stretch>
        </p:blipFill>
        <p:spPr>
          <a:xfrm>
            <a:off x="8635626" y="173175"/>
            <a:ext cx="189825" cy="193946"/>
          </a:xfrm>
          <a:prstGeom prst="rect">
            <a:avLst/>
          </a:prstGeom>
          <a:noFill/>
          <a:ln>
            <a:noFill/>
          </a:ln>
        </p:spPr>
      </p:pic>
      <p:sp>
        <p:nvSpPr>
          <p:cNvPr id="24" name="Google Shape;24;p4"/>
          <p:cNvSpPr txBox="1"/>
          <p:nvPr>
            <p:ph type="ctrTitle"/>
          </p:nvPr>
        </p:nvSpPr>
        <p:spPr>
          <a:xfrm>
            <a:off x="435425" y="496475"/>
            <a:ext cx="4054800" cy="887100"/>
          </a:xfrm>
          <a:prstGeom prst="rect">
            <a:avLst/>
          </a:prstGeom>
          <a:noFill/>
          <a:ln>
            <a:noFill/>
          </a:ln>
        </p:spPr>
        <p:txBody>
          <a:bodyPr anchorCtr="0" anchor="t" bIns="0" lIns="0" spcFirstLastPara="1" rIns="0" wrap="square" tIns="0">
            <a:normAutofit/>
          </a:bodyPr>
          <a:lstStyle>
            <a:lvl1pPr lvl="0">
              <a:lnSpc>
                <a:spcPct val="80000"/>
              </a:lnSpc>
              <a:spcBef>
                <a:spcPts val="0"/>
              </a:spcBef>
              <a:spcAft>
                <a:spcPts val="0"/>
              </a:spcAft>
              <a:buClr>
                <a:srgbClr val="000000"/>
              </a:buClr>
              <a:buSzPts val="4000"/>
              <a:buNone/>
              <a:defRPr sz="4000">
                <a:solidFill>
                  <a:srgbClr val="000000"/>
                </a:solidFill>
              </a:defRPr>
            </a:lvl1pPr>
            <a:lvl2pPr lvl="1" algn="ctr">
              <a:lnSpc>
                <a:spcPct val="80000"/>
              </a:lnSpc>
              <a:spcBef>
                <a:spcPts val="0"/>
              </a:spcBef>
              <a:spcAft>
                <a:spcPts val="0"/>
              </a:spcAft>
              <a:buClr>
                <a:srgbClr val="000000"/>
              </a:buClr>
              <a:buSzPts val="6000"/>
              <a:buFont typeface="Libre Franklin"/>
              <a:buNone/>
              <a:defRPr b="1" sz="6000">
                <a:solidFill>
                  <a:srgbClr val="000000"/>
                </a:solidFill>
                <a:latin typeface="Libre Franklin"/>
                <a:ea typeface="Libre Franklin"/>
                <a:cs typeface="Libre Franklin"/>
                <a:sym typeface="Libre Franklin"/>
              </a:defRPr>
            </a:lvl2pPr>
            <a:lvl3pPr lvl="2" algn="ctr">
              <a:lnSpc>
                <a:spcPct val="80000"/>
              </a:lnSpc>
              <a:spcBef>
                <a:spcPts val="0"/>
              </a:spcBef>
              <a:spcAft>
                <a:spcPts val="0"/>
              </a:spcAft>
              <a:buClr>
                <a:srgbClr val="000000"/>
              </a:buClr>
              <a:buSzPts val="6000"/>
              <a:buFont typeface="Libre Franklin"/>
              <a:buNone/>
              <a:defRPr b="1" sz="6000">
                <a:solidFill>
                  <a:srgbClr val="000000"/>
                </a:solidFill>
                <a:latin typeface="Libre Franklin"/>
                <a:ea typeface="Libre Franklin"/>
                <a:cs typeface="Libre Franklin"/>
                <a:sym typeface="Libre Franklin"/>
              </a:defRPr>
            </a:lvl3pPr>
            <a:lvl4pPr lvl="3" algn="ctr">
              <a:lnSpc>
                <a:spcPct val="80000"/>
              </a:lnSpc>
              <a:spcBef>
                <a:spcPts val="0"/>
              </a:spcBef>
              <a:spcAft>
                <a:spcPts val="0"/>
              </a:spcAft>
              <a:buClr>
                <a:srgbClr val="000000"/>
              </a:buClr>
              <a:buSzPts val="6000"/>
              <a:buFont typeface="Libre Franklin"/>
              <a:buNone/>
              <a:defRPr b="1" sz="6000">
                <a:solidFill>
                  <a:srgbClr val="000000"/>
                </a:solidFill>
                <a:latin typeface="Libre Franklin"/>
                <a:ea typeface="Libre Franklin"/>
                <a:cs typeface="Libre Franklin"/>
                <a:sym typeface="Libre Franklin"/>
              </a:defRPr>
            </a:lvl4pPr>
            <a:lvl5pPr lvl="4" algn="ctr">
              <a:lnSpc>
                <a:spcPct val="80000"/>
              </a:lnSpc>
              <a:spcBef>
                <a:spcPts val="0"/>
              </a:spcBef>
              <a:spcAft>
                <a:spcPts val="0"/>
              </a:spcAft>
              <a:buClr>
                <a:srgbClr val="000000"/>
              </a:buClr>
              <a:buSzPts val="6000"/>
              <a:buFont typeface="Libre Franklin"/>
              <a:buNone/>
              <a:defRPr b="1" sz="6000">
                <a:solidFill>
                  <a:srgbClr val="000000"/>
                </a:solidFill>
                <a:latin typeface="Libre Franklin"/>
                <a:ea typeface="Libre Franklin"/>
                <a:cs typeface="Libre Franklin"/>
                <a:sym typeface="Libre Franklin"/>
              </a:defRPr>
            </a:lvl5pPr>
            <a:lvl6pPr lvl="5" algn="ctr">
              <a:lnSpc>
                <a:spcPct val="80000"/>
              </a:lnSpc>
              <a:spcBef>
                <a:spcPts val="0"/>
              </a:spcBef>
              <a:spcAft>
                <a:spcPts val="0"/>
              </a:spcAft>
              <a:buClr>
                <a:srgbClr val="000000"/>
              </a:buClr>
              <a:buSzPts val="6000"/>
              <a:buFont typeface="Libre Franklin"/>
              <a:buNone/>
              <a:defRPr b="1" sz="6000">
                <a:solidFill>
                  <a:srgbClr val="000000"/>
                </a:solidFill>
                <a:latin typeface="Libre Franklin"/>
                <a:ea typeface="Libre Franklin"/>
                <a:cs typeface="Libre Franklin"/>
                <a:sym typeface="Libre Franklin"/>
              </a:defRPr>
            </a:lvl6pPr>
            <a:lvl7pPr lvl="6" algn="ctr">
              <a:lnSpc>
                <a:spcPct val="80000"/>
              </a:lnSpc>
              <a:spcBef>
                <a:spcPts val="0"/>
              </a:spcBef>
              <a:spcAft>
                <a:spcPts val="0"/>
              </a:spcAft>
              <a:buClr>
                <a:srgbClr val="000000"/>
              </a:buClr>
              <a:buSzPts val="6000"/>
              <a:buFont typeface="Libre Franklin"/>
              <a:buNone/>
              <a:defRPr b="1" sz="6000">
                <a:solidFill>
                  <a:srgbClr val="000000"/>
                </a:solidFill>
                <a:latin typeface="Libre Franklin"/>
                <a:ea typeface="Libre Franklin"/>
                <a:cs typeface="Libre Franklin"/>
                <a:sym typeface="Libre Franklin"/>
              </a:defRPr>
            </a:lvl7pPr>
            <a:lvl8pPr lvl="7" algn="ctr">
              <a:lnSpc>
                <a:spcPct val="80000"/>
              </a:lnSpc>
              <a:spcBef>
                <a:spcPts val="0"/>
              </a:spcBef>
              <a:spcAft>
                <a:spcPts val="0"/>
              </a:spcAft>
              <a:buClr>
                <a:srgbClr val="000000"/>
              </a:buClr>
              <a:buSzPts val="6000"/>
              <a:buFont typeface="Libre Franklin"/>
              <a:buNone/>
              <a:defRPr b="1" sz="6000">
                <a:solidFill>
                  <a:srgbClr val="000000"/>
                </a:solidFill>
                <a:latin typeface="Libre Franklin"/>
                <a:ea typeface="Libre Franklin"/>
                <a:cs typeface="Libre Franklin"/>
                <a:sym typeface="Libre Franklin"/>
              </a:defRPr>
            </a:lvl8pPr>
            <a:lvl9pPr lvl="8" algn="ctr">
              <a:lnSpc>
                <a:spcPct val="80000"/>
              </a:lnSpc>
              <a:spcBef>
                <a:spcPts val="0"/>
              </a:spcBef>
              <a:spcAft>
                <a:spcPts val="0"/>
              </a:spcAft>
              <a:buClr>
                <a:srgbClr val="000000"/>
              </a:buClr>
              <a:buSzPts val="6000"/>
              <a:buFont typeface="Libre Franklin"/>
              <a:buNone/>
              <a:defRPr b="1" sz="6000">
                <a:solidFill>
                  <a:srgbClr val="000000"/>
                </a:solidFill>
                <a:latin typeface="Libre Franklin"/>
                <a:ea typeface="Libre Franklin"/>
                <a:cs typeface="Libre Franklin"/>
                <a:sym typeface="Libre Franklin"/>
              </a:defRPr>
            </a:lvl9pPr>
          </a:lstStyle>
          <a:p/>
        </p:txBody>
      </p:sp>
      <p:sp>
        <p:nvSpPr>
          <p:cNvPr id="25" name="Google Shape;25;p4"/>
          <p:cNvSpPr txBox="1"/>
          <p:nvPr>
            <p:ph idx="2" type="ctrTitle"/>
          </p:nvPr>
        </p:nvSpPr>
        <p:spPr>
          <a:xfrm>
            <a:off x="435425" y="173175"/>
            <a:ext cx="4054800" cy="104700"/>
          </a:xfrm>
          <a:prstGeom prst="rect">
            <a:avLst/>
          </a:prstGeom>
          <a:noFill/>
          <a:ln>
            <a:noFill/>
          </a:ln>
        </p:spPr>
        <p:txBody>
          <a:bodyPr anchorCtr="0" anchor="t" bIns="0" lIns="0" spcFirstLastPara="1" rIns="0" wrap="square" tIns="0">
            <a:spAutoFit/>
          </a:bodyPr>
          <a:lstStyle>
            <a:lvl1pPr lvl="0">
              <a:lnSpc>
                <a:spcPct val="80000"/>
              </a:lnSpc>
              <a:spcBef>
                <a:spcPts val="0"/>
              </a:spcBef>
              <a:spcAft>
                <a:spcPts val="0"/>
              </a:spcAft>
              <a:buSzPts val="800"/>
              <a:buFont typeface="DM Mono"/>
              <a:buNone/>
              <a:defRPr b="0" sz="800">
                <a:latin typeface="DM Mono"/>
                <a:ea typeface="DM Mono"/>
                <a:cs typeface="DM Mono"/>
                <a:sym typeface="DM Mono"/>
              </a:defRPr>
            </a:lvl1pPr>
            <a:lvl2pPr lvl="1"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2pPr>
            <a:lvl3pPr lvl="2"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3pPr>
            <a:lvl4pPr lvl="3"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4pPr>
            <a:lvl5pPr lvl="4"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5pPr>
            <a:lvl6pPr lvl="5"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6pPr>
            <a:lvl7pPr lvl="6"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7pPr>
            <a:lvl8pPr lvl="7"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8pPr>
            <a:lvl9pPr lvl="8"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9pPr>
          </a:lstStyle>
          <a:p/>
        </p:txBody>
      </p:sp>
      <p:sp>
        <p:nvSpPr>
          <p:cNvPr id="26" name="Google Shape;26;p4"/>
          <p:cNvSpPr txBox="1"/>
          <p:nvPr>
            <p:ph idx="1" type="body"/>
          </p:nvPr>
        </p:nvSpPr>
        <p:spPr>
          <a:xfrm>
            <a:off x="435425" y="2190650"/>
            <a:ext cx="4054800" cy="15024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1pPr>
            <a:lvl2pPr indent="-285750" lvl="1" marL="914400">
              <a:lnSpc>
                <a:spcPct val="115000"/>
              </a:lnSpc>
              <a:spcBef>
                <a:spcPts val="0"/>
              </a:spcBef>
              <a:spcAft>
                <a:spcPts val="0"/>
              </a:spcAft>
              <a:buSzPts val="900"/>
              <a:buChar char="○"/>
              <a:defRPr sz="900"/>
            </a:lvl2pPr>
            <a:lvl3pPr indent="-285750" lvl="2" marL="1371600">
              <a:lnSpc>
                <a:spcPct val="115000"/>
              </a:lnSpc>
              <a:spcBef>
                <a:spcPts val="0"/>
              </a:spcBef>
              <a:spcAft>
                <a:spcPts val="0"/>
              </a:spcAft>
              <a:buSzPts val="900"/>
              <a:buChar char="■"/>
              <a:defRPr sz="900"/>
            </a:lvl3pPr>
            <a:lvl4pPr indent="-285750" lvl="3" marL="1828800">
              <a:lnSpc>
                <a:spcPct val="115000"/>
              </a:lnSpc>
              <a:spcBef>
                <a:spcPts val="0"/>
              </a:spcBef>
              <a:spcAft>
                <a:spcPts val="0"/>
              </a:spcAft>
              <a:buSzPts val="900"/>
              <a:buChar char="●"/>
              <a:defRPr sz="900"/>
            </a:lvl4pPr>
            <a:lvl5pPr indent="-285750" lvl="4" marL="2286000">
              <a:lnSpc>
                <a:spcPct val="115000"/>
              </a:lnSpc>
              <a:spcBef>
                <a:spcPts val="0"/>
              </a:spcBef>
              <a:spcAft>
                <a:spcPts val="0"/>
              </a:spcAft>
              <a:buSzPts val="900"/>
              <a:buChar char="○"/>
              <a:defRPr sz="900"/>
            </a:lvl5pPr>
            <a:lvl6pPr indent="-285750" lvl="5" marL="27432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6pPr>
            <a:lvl7pPr indent="-285750" lvl="6" marL="32004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7pPr>
            <a:lvl8pPr indent="-285750" lvl="7" marL="36576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8pPr>
            <a:lvl9pPr indent="-285750" lvl="8" marL="41148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9pPr>
          </a:lstStyle>
          <a:p/>
        </p:txBody>
      </p:sp>
      <p:sp>
        <p:nvSpPr>
          <p:cNvPr id="27" name="Google Shape;27;p4"/>
          <p:cNvSpPr txBox="1"/>
          <p:nvPr/>
        </p:nvSpPr>
        <p:spPr>
          <a:xfrm>
            <a:off x="6734425" y="4959978"/>
            <a:ext cx="1747800" cy="61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400">
                <a:solidFill>
                  <a:schemeClr val="dk1"/>
                </a:solidFill>
                <a:latin typeface="DM Mono"/>
                <a:ea typeface="DM Mono"/>
                <a:cs typeface="DM Mono"/>
                <a:sym typeface="DM Mono"/>
              </a:rPr>
              <a:t>©</a:t>
            </a:r>
            <a:r>
              <a:rPr lang="en-GB" sz="400">
                <a:solidFill>
                  <a:schemeClr val="dk1"/>
                </a:solidFill>
                <a:latin typeface="DM Mono"/>
                <a:ea typeface="DM Mono"/>
                <a:cs typeface="DM Mono"/>
                <a:sym typeface="DM Mono"/>
              </a:rPr>
              <a:t>2026</a:t>
            </a:r>
            <a:r>
              <a:rPr lang="en-GB" sz="400">
                <a:solidFill>
                  <a:schemeClr val="dk1"/>
                </a:solidFill>
                <a:latin typeface="DM Mono"/>
                <a:ea typeface="DM Mono"/>
                <a:cs typeface="DM Mono"/>
                <a:sym typeface="DM Mono"/>
              </a:rPr>
              <a:t> COCOGUN. ALL RIGHTS RESERVED.</a:t>
            </a:r>
            <a:endParaRPr sz="400">
              <a:solidFill>
                <a:schemeClr val="dk1"/>
              </a:solidFill>
              <a:latin typeface="DM Mono"/>
              <a:ea typeface="DM Mono"/>
              <a:cs typeface="DM Mono"/>
              <a:sym typeface="DM Mon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Long Copy">
  <p:cSld name="TITLE_2_1_2">
    <p:bg>
      <p:bgPr>
        <a:solidFill>
          <a:schemeClr val="dk2"/>
        </a:solidFill>
      </p:bgPr>
    </p:bg>
    <p:spTree>
      <p:nvGrpSpPr>
        <p:cNvPr id="28" name="Shape 28"/>
        <p:cNvGrpSpPr/>
        <p:nvPr/>
      </p:nvGrpSpPr>
      <p:grpSpPr>
        <a:xfrm>
          <a:off x="0" y="0"/>
          <a:ext cx="0" cy="0"/>
          <a:chOff x="0" y="0"/>
          <a:chExt cx="0" cy="0"/>
        </a:xfrm>
      </p:grpSpPr>
      <p:pic>
        <p:nvPicPr>
          <p:cNvPr id="29" name="Google Shape;29;p5"/>
          <p:cNvPicPr preferRelativeResize="0"/>
          <p:nvPr/>
        </p:nvPicPr>
        <p:blipFill>
          <a:blip r:embed="rId2">
            <a:alphaModFix/>
          </a:blip>
          <a:stretch>
            <a:fillRect/>
          </a:stretch>
        </p:blipFill>
        <p:spPr>
          <a:xfrm>
            <a:off x="8635623" y="4701951"/>
            <a:ext cx="189825" cy="319500"/>
          </a:xfrm>
          <a:prstGeom prst="rect">
            <a:avLst/>
          </a:prstGeom>
          <a:noFill/>
          <a:ln>
            <a:noFill/>
          </a:ln>
        </p:spPr>
      </p:pic>
      <p:pic>
        <p:nvPicPr>
          <p:cNvPr id="30" name="Google Shape;30;p5"/>
          <p:cNvPicPr preferRelativeResize="0"/>
          <p:nvPr/>
        </p:nvPicPr>
        <p:blipFill>
          <a:blip r:embed="rId3">
            <a:alphaModFix/>
          </a:blip>
          <a:stretch>
            <a:fillRect/>
          </a:stretch>
        </p:blipFill>
        <p:spPr>
          <a:xfrm>
            <a:off x="8635626" y="173175"/>
            <a:ext cx="189825" cy="193946"/>
          </a:xfrm>
          <a:prstGeom prst="rect">
            <a:avLst/>
          </a:prstGeom>
          <a:noFill/>
          <a:ln>
            <a:noFill/>
          </a:ln>
        </p:spPr>
      </p:pic>
      <p:sp>
        <p:nvSpPr>
          <p:cNvPr id="31" name="Google Shape;31;p5"/>
          <p:cNvSpPr txBox="1"/>
          <p:nvPr>
            <p:ph type="ctrTitle"/>
          </p:nvPr>
        </p:nvSpPr>
        <p:spPr>
          <a:xfrm>
            <a:off x="435425" y="432975"/>
            <a:ext cx="4114500" cy="963300"/>
          </a:xfrm>
          <a:prstGeom prst="rect">
            <a:avLst/>
          </a:prstGeom>
          <a:noFill/>
          <a:ln>
            <a:noFill/>
          </a:ln>
        </p:spPr>
        <p:txBody>
          <a:bodyPr anchorCtr="0" anchor="t" bIns="0" lIns="0" spcFirstLastPara="1" rIns="0" wrap="square" tIns="0">
            <a:spAutoFit/>
          </a:bodyPr>
          <a:lstStyle>
            <a:lvl1pPr lvl="0">
              <a:lnSpc>
                <a:spcPct val="80000"/>
              </a:lnSpc>
              <a:spcBef>
                <a:spcPts val="0"/>
              </a:spcBef>
              <a:spcAft>
                <a:spcPts val="0"/>
              </a:spcAft>
              <a:buSzPts val="3000"/>
              <a:buFont typeface="Instrument Serif"/>
              <a:buNone/>
              <a:defRPr b="0" sz="3000">
                <a:latin typeface="Instrument Serif"/>
                <a:ea typeface="Instrument Serif"/>
                <a:cs typeface="Instrument Serif"/>
                <a:sym typeface="Instrument Serif"/>
              </a:defRPr>
            </a:lvl1pPr>
            <a:lvl2pPr lvl="1" algn="ctr">
              <a:lnSpc>
                <a:spcPct val="80000"/>
              </a:lnSpc>
              <a:spcBef>
                <a:spcPts val="0"/>
              </a:spcBef>
              <a:spcAft>
                <a:spcPts val="0"/>
              </a:spcAft>
              <a:buSzPts val="3000"/>
              <a:buFont typeface="Libre Franklin"/>
              <a:buNone/>
              <a:defRPr b="1" sz="3000">
                <a:latin typeface="Libre Franklin"/>
                <a:ea typeface="Libre Franklin"/>
                <a:cs typeface="Libre Franklin"/>
                <a:sym typeface="Libre Franklin"/>
              </a:defRPr>
            </a:lvl2pPr>
            <a:lvl3pPr lvl="2" algn="ctr">
              <a:lnSpc>
                <a:spcPct val="80000"/>
              </a:lnSpc>
              <a:spcBef>
                <a:spcPts val="0"/>
              </a:spcBef>
              <a:spcAft>
                <a:spcPts val="0"/>
              </a:spcAft>
              <a:buSzPts val="3000"/>
              <a:buFont typeface="Libre Franklin"/>
              <a:buNone/>
              <a:defRPr b="1" sz="3000">
                <a:latin typeface="Libre Franklin"/>
                <a:ea typeface="Libre Franklin"/>
                <a:cs typeface="Libre Franklin"/>
                <a:sym typeface="Libre Franklin"/>
              </a:defRPr>
            </a:lvl3pPr>
            <a:lvl4pPr lvl="3" algn="ctr">
              <a:lnSpc>
                <a:spcPct val="80000"/>
              </a:lnSpc>
              <a:spcBef>
                <a:spcPts val="0"/>
              </a:spcBef>
              <a:spcAft>
                <a:spcPts val="0"/>
              </a:spcAft>
              <a:buSzPts val="3000"/>
              <a:buFont typeface="Libre Franklin"/>
              <a:buNone/>
              <a:defRPr b="1" sz="3000">
                <a:latin typeface="Libre Franklin"/>
                <a:ea typeface="Libre Franklin"/>
                <a:cs typeface="Libre Franklin"/>
                <a:sym typeface="Libre Franklin"/>
              </a:defRPr>
            </a:lvl4pPr>
            <a:lvl5pPr lvl="4" algn="ctr">
              <a:lnSpc>
                <a:spcPct val="80000"/>
              </a:lnSpc>
              <a:spcBef>
                <a:spcPts val="0"/>
              </a:spcBef>
              <a:spcAft>
                <a:spcPts val="0"/>
              </a:spcAft>
              <a:buSzPts val="3000"/>
              <a:buFont typeface="Libre Franklin"/>
              <a:buNone/>
              <a:defRPr b="1" sz="3000">
                <a:latin typeface="Libre Franklin"/>
                <a:ea typeface="Libre Franklin"/>
                <a:cs typeface="Libre Franklin"/>
                <a:sym typeface="Libre Franklin"/>
              </a:defRPr>
            </a:lvl5pPr>
            <a:lvl6pPr lvl="5" algn="ctr">
              <a:lnSpc>
                <a:spcPct val="80000"/>
              </a:lnSpc>
              <a:spcBef>
                <a:spcPts val="0"/>
              </a:spcBef>
              <a:spcAft>
                <a:spcPts val="0"/>
              </a:spcAft>
              <a:buSzPts val="3000"/>
              <a:buFont typeface="Libre Franklin"/>
              <a:buNone/>
              <a:defRPr b="1" sz="3000">
                <a:latin typeface="Libre Franklin"/>
                <a:ea typeface="Libre Franklin"/>
                <a:cs typeface="Libre Franklin"/>
                <a:sym typeface="Libre Franklin"/>
              </a:defRPr>
            </a:lvl6pPr>
            <a:lvl7pPr lvl="6" algn="ctr">
              <a:lnSpc>
                <a:spcPct val="80000"/>
              </a:lnSpc>
              <a:spcBef>
                <a:spcPts val="0"/>
              </a:spcBef>
              <a:spcAft>
                <a:spcPts val="0"/>
              </a:spcAft>
              <a:buSzPts val="3000"/>
              <a:buFont typeface="Libre Franklin"/>
              <a:buNone/>
              <a:defRPr b="1" sz="3000">
                <a:latin typeface="Libre Franklin"/>
                <a:ea typeface="Libre Franklin"/>
                <a:cs typeface="Libre Franklin"/>
                <a:sym typeface="Libre Franklin"/>
              </a:defRPr>
            </a:lvl7pPr>
            <a:lvl8pPr lvl="7" algn="ctr">
              <a:lnSpc>
                <a:spcPct val="80000"/>
              </a:lnSpc>
              <a:spcBef>
                <a:spcPts val="0"/>
              </a:spcBef>
              <a:spcAft>
                <a:spcPts val="0"/>
              </a:spcAft>
              <a:buSzPts val="3000"/>
              <a:buFont typeface="Libre Franklin"/>
              <a:buNone/>
              <a:defRPr b="1" sz="3000">
                <a:latin typeface="Libre Franklin"/>
                <a:ea typeface="Libre Franklin"/>
                <a:cs typeface="Libre Franklin"/>
                <a:sym typeface="Libre Franklin"/>
              </a:defRPr>
            </a:lvl8pPr>
            <a:lvl9pPr lvl="8" algn="ctr">
              <a:lnSpc>
                <a:spcPct val="80000"/>
              </a:lnSpc>
              <a:spcBef>
                <a:spcPts val="0"/>
              </a:spcBef>
              <a:spcAft>
                <a:spcPts val="0"/>
              </a:spcAft>
              <a:buSzPts val="3000"/>
              <a:buFont typeface="Libre Franklin"/>
              <a:buNone/>
              <a:defRPr b="1" sz="3000">
                <a:latin typeface="Libre Franklin"/>
                <a:ea typeface="Libre Franklin"/>
                <a:cs typeface="Libre Franklin"/>
                <a:sym typeface="Libre Franklin"/>
              </a:defRPr>
            </a:lvl9pPr>
          </a:lstStyle>
          <a:p/>
        </p:txBody>
      </p:sp>
      <p:sp>
        <p:nvSpPr>
          <p:cNvPr id="32" name="Google Shape;32;p5"/>
          <p:cNvSpPr txBox="1"/>
          <p:nvPr>
            <p:ph idx="1" type="body"/>
          </p:nvPr>
        </p:nvSpPr>
        <p:spPr>
          <a:xfrm>
            <a:off x="435425" y="1396188"/>
            <a:ext cx="4054800" cy="2351100"/>
          </a:xfrm>
          <a:prstGeom prst="rect">
            <a:avLst/>
          </a:prstGeom>
          <a:noFill/>
        </p:spPr>
        <p:txBody>
          <a:bodyPr anchorCtr="0" anchor="t" bIns="0" lIns="0" spcFirstLastPara="1" rIns="0" wrap="square" tIns="0">
            <a:spAutoFit/>
          </a:bodyPr>
          <a:lstStyle>
            <a:lvl1pPr indent="-285750" lvl="0" marL="4572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1pPr>
            <a:lvl2pPr indent="-285750" lvl="1" marL="914400">
              <a:lnSpc>
                <a:spcPct val="115000"/>
              </a:lnSpc>
              <a:spcBef>
                <a:spcPts val="0"/>
              </a:spcBef>
              <a:spcAft>
                <a:spcPts val="0"/>
              </a:spcAft>
              <a:buSzPts val="900"/>
              <a:buChar char="○"/>
              <a:defRPr sz="900"/>
            </a:lvl2pPr>
            <a:lvl3pPr indent="-285750" lvl="2" marL="1371600">
              <a:lnSpc>
                <a:spcPct val="115000"/>
              </a:lnSpc>
              <a:spcBef>
                <a:spcPts val="0"/>
              </a:spcBef>
              <a:spcAft>
                <a:spcPts val="0"/>
              </a:spcAft>
              <a:buSzPts val="900"/>
              <a:buChar char="■"/>
              <a:defRPr sz="900"/>
            </a:lvl3pPr>
            <a:lvl4pPr indent="-285750" lvl="3" marL="1828800">
              <a:lnSpc>
                <a:spcPct val="115000"/>
              </a:lnSpc>
              <a:spcBef>
                <a:spcPts val="0"/>
              </a:spcBef>
              <a:spcAft>
                <a:spcPts val="0"/>
              </a:spcAft>
              <a:buSzPts val="900"/>
              <a:buChar char="●"/>
              <a:defRPr sz="900"/>
            </a:lvl4pPr>
            <a:lvl5pPr indent="-285750" lvl="4" marL="2286000">
              <a:lnSpc>
                <a:spcPct val="115000"/>
              </a:lnSpc>
              <a:spcBef>
                <a:spcPts val="0"/>
              </a:spcBef>
              <a:spcAft>
                <a:spcPts val="0"/>
              </a:spcAft>
              <a:buSzPts val="900"/>
              <a:buChar char="○"/>
              <a:defRPr sz="900"/>
            </a:lvl5pPr>
            <a:lvl6pPr indent="-285750" lvl="5" marL="27432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6pPr>
            <a:lvl7pPr indent="-285750" lvl="6" marL="32004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7pPr>
            <a:lvl8pPr indent="-285750" lvl="7" marL="36576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8pPr>
            <a:lvl9pPr indent="-285750" lvl="8" marL="4114800">
              <a:lnSpc>
                <a:spcPct val="115000"/>
              </a:lnSpc>
              <a:spcBef>
                <a:spcPts val="0"/>
              </a:spcBef>
              <a:spcAft>
                <a:spcPts val="0"/>
              </a:spcAft>
              <a:buSzPts val="900"/>
              <a:buFont typeface="Libre Franklin"/>
              <a:buChar char="■"/>
              <a:defRPr sz="900">
                <a:latin typeface="Libre Franklin"/>
                <a:ea typeface="Libre Franklin"/>
                <a:cs typeface="Libre Franklin"/>
                <a:sym typeface="Libre Franklin"/>
              </a:defRPr>
            </a:lvl9pPr>
          </a:lstStyle>
          <a:p/>
        </p:txBody>
      </p:sp>
      <p:sp>
        <p:nvSpPr>
          <p:cNvPr id="33" name="Google Shape;33;p5"/>
          <p:cNvSpPr txBox="1"/>
          <p:nvPr>
            <p:ph idx="2" type="ctrTitle"/>
          </p:nvPr>
        </p:nvSpPr>
        <p:spPr>
          <a:xfrm>
            <a:off x="435425" y="173175"/>
            <a:ext cx="4054800" cy="104700"/>
          </a:xfrm>
          <a:prstGeom prst="rect">
            <a:avLst/>
          </a:prstGeom>
          <a:noFill/>
          <a:ln>
            <a:noFill/>
          </a:ln>
        </p:spPr>
        <p:txBody>
          <a:bodyPr anchorCtr="0" anchor="t" bIns="0" lIns="0" spcFirstLastPara="1" rIns="0" wrap="square" tIns="0">
            <a:spAutoFit/>
          </a:bodyPr>
          <a:lstStyle>
            <a:lvl1pPr lvl="0">
              <a:lnSpc>
                <a:spcPct val="80000"/>
              </a:lnSpc>
              <a:spcBef>
                <a:spcPts val="0"/>
              </a:spcBef>
              <a:spcAft>
                <a:spcPts val="0"/>
              </a:spcAft>
              <a:buSzPts val="800"/>
              <a:buFont typeface="DM Mono"/>
              <a:buNone/>
              <a:defRPr b="0" sz="800">
                <a:latin typeface="DM Mono"/>
                <a:ea typeface="DM Mono"/>
                <a:cs typeface="DM Mono"/>
                <a:sym typeface="DM Mono"/>
              </a:defRPr>
            </a:lvl1pPr>
            <a:lvl2pPr lvl="1"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2pPr>
            <a:lvl3pPr lvl="2"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3pPr>
            <a:lvl4pPr lvl="3"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4pPr>
            <a:lvl5pPr lvl="4"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5pPr>
            <a:lvl6pPr lvl="5"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6pPr>
            <a:lvl7pPr lvl="6"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7pPr>
            <a:lvl8pPr lvl="7"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8pPr>
            <a:lvl9pPr lvl="8"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9pPr>
          </a:lstStyle>
          <a:p/>
        </p:txBody>
      </p:sp>
      <p:sp>
        <p:nvSpPr>
          <p:cNvPr id="34" name="Google Shape;34;p5"/>
          <p:cNvSpPr txBox="1"/>
          <p:nvPr/>
        </p:nvSpPr>
        <p:spPr>
          <a:xfrm>
            <a:off x="6734425" y="4959978"/>
            <a:ext cx="1747800" cy="61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400">
                <a:solidFill>
                  <a:schemeClr val="dk1"/>
                </a:solidFill>
                <a:latin typeface="DM Mono"/>
                <a:ea typeface="DM Mono"/>
                <a:cs typeface="DM Mono"/>
                <a:sym typeface="DM Mono"/>
              </a:rPr>
              <a:t>©</a:t>
            </a:r>
            <a:r>
              <a:rPr lang="en-GB" sz="400">
                <a:solidFill>
                  <a:schemeClr val="dk1"/>
                </a:solidFill>
                <a:latin typeface="DM Mono"/>
                <a:ea typeface="DM Mono"/>
                <a:cs typeface="DM Mono"/>
                <a:sym typeface="DM Mono"/>
              </a:rPr>
              <a:t>2026</a:t>
            </a:r>
            <a:r>
              <a:rPr lang="en-GB" sz="400">
                <a:solidFill>
                  <a:schemeClr val="dk1"/>
                </a:solidFill>
                <a:latin typeface="DM Mono"/>
                <a:ea typeface="DM Mono"/>
                <a:cs typeface="DM Mono"/>
                <a:sym typeface="DM Mono"/>
              </a:rPr>
              <a:t> COCOGUN. ALL RIGHTS RESERVED.</a:t>
            </a:r>
            <a:endParaRPr sz="400">
              <a:solidFill>
                <a:schemeClr val="dk1"/>
              </a:solidFill>
              <a:latin typeface="DM Mono"/>
              <a:ea typeface="DM Mono"/>
              <a:cs typeface="DM Mono"/>
              <a:sym typeface="DM Mon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No Copy Light">
  <p:cSld name="TITLE_2_1_1">
    <p:bg>
      <p:bgPr>
        <a:solidFill>
          <a:schemeClr val="dk2"/>
        </a:solidFill>
      </p:bgPr>
    </p:bg>
    <p:spTree>
      <p:nvGrpSpPr>
        <p:cNvPr id="35" name="Shape 35"/>
        <p:cNvGrpSpPr/>
        <p:nvPr/>
      </p:nvGrpSpPr>
      <p:grpSpPr>
        <a:xfrm>
          <a:off x="0" y="0"/>
          <a:ext cx="0" cy="0"/>
          <a:chOff x="0" y="0"/>
          <a:chExt cx="0" cy="0"/>
        </a:xfrm>
      </p:grpSpPr>
      <p:pic>
        <p:nvPicPr>
          <p:cNvPr id="36" name="Google Shape;36;p6"/>
          <p:cNvPicPr preferRelativeResize="0"/>
          <p:nvPr/>
        </p:nvPicPr>
        <p:blipFill>
          <a:blip r:embed="rId2">
            <a:alphaModFix/>
          </a:blip>
          <a:stretch>
            <a:fillRect/>
          </a:stretch>
        </p:blipFill>
        <p:spPr>
          <a:xfrm>
            <a:off x="8635623" y="4701951"/>
            <a:ext cx="189825" cy="319500"/>
          </a:xfrm>
          <a:prstGeom prst="rect">
            <a:avLst/>
          </a:prstGeom>
          <a:noFill/>
          <a:ln>
            <a:noFill/>
          </a:ln>
        </p:spPr>
      </p:pic>
      <p:pic>
        <p:nvPicPr>
          <p:cNvPr id="37" name="Google Shape;37;p6"/>
          <p:cNvPicPr preferRelativeResize="0"/>
          <p:nvPr/>
        </p:nvPicPr>
        <p:blipFill>
          <a:blip r:embed="rId3">
            <a:alphaModFix/>
          </a:blip>
          <a:stretch>
            <a:fillRect/>
          </a:stretch>
        </p:blipFill>
        <p:spPr>
          <a:xfrm>
            <a:off x="8635626" y="173175"/>
            <a:ext cx="189825" cy="193946"/>
          </a:xfrm>
          <a:prstGeom prst="rect">
            <a:avLst/>
          </a:prstGeom>
          <a:noFill/>
          <a:ln>
            <a:noFill/>
          </a:ln>
        </p:spPr>
      </p:pic>
      <p:sp>
        <p:nvSpPr>
          <p:cNvPr id="38" name="Google Shape;38;p6"/>
          <p:cNvSpPr txBox="1"/>
          <p:nvPr>
            <p:ph type="ctrTitle"/>
          </p:nvPr>
        </p:nvSpPr>
        <p:spPr>
          <a:xfrm>
            <a:off x="435425" y="173175"/>
            <a:ext cx="2114100" cy="104700"/>
          </a:xfrm>
          <a:prstGeom prst="rect">
            <a:avLst/>
          </a:prstGeom>
          <a:noFill/>
          <a:ln>
            <a:noFill/>
          </a:ln>
        </p:spPr>
        <p:txBody>
          <a:bodyPr anchorCtr="0" anchor="t" bIns="0" lIns="0" spcFirstLastPara="1" rIns="0" wrap="square" tIns="0">
            <a:spAutoFit/>
          </a:bodyPr>
          <a:lstStyle>
            <a:lvl1pPr lvl="0">
              <a:lnSpc>
                <a:spcPct val="80000"/>
              </a:lnSpc>
              <a:spcBef>
                <a:spcPts val="0"/>
              </a:spcBef>
              <a:spcAft>
                <a:spcPts val="0"/>
              </a:spcAft>
              <a:buSzPts val="800"/>
              <a:buFont typeface="DM Mono"/>
              <a:buNone/>
              <a:defRPr b="0" sz="800">
                <a:latin typeface="DM Mono"/>
                <a:ea typeface="DM Mono"/>
                <a:cs typeface="DM Mono"/>
                <a:sym typeface="DM Mono"/>
              </a:defRPr>
            </a:lvl1pPr>
            <a:lvl2pPr lvl="1"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2pPr>
            <a:lvl3pPr lvl="2"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3pPr>
            <a:lvl4pPr lvl="3"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4pPr>
            <a:lvl5pPr lvl="4"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5pPr>
            <a:lvl6pPr lvl="5"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6pPr>
            <a:lvl7pPr lvl="6"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7pPr>
            <a:lvl8pPr lvl="7"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8pPr>
            <a:lvl9pPr lvl="8" algn="ctr">
              <a:lnSpc>
                <a:spcPct val="80000"/>
              </a:lnSpc>
              <a:spcBef>
                <a:spcPts val="0"/>
              </a:spcBef>
              <a:spcAft>
                <a:spcPts val="0"/>
              </a:spcAft>
              <a:buSzPts val="800"/>
              <a:buFont typeface="Libre Franklin"/>
              <a:buNone/>
              <a:defRPr b="1" sz="800">
                <a:latin typeface="Libre Franklin"/>
                <a:ea typeface="Libre Franklin"/>
                <a:cs typeface="Libre Franklin"/>
                <a:sym typeface="Libre Franklin"/>
              </a:defRPr>
            </a:lvl9pPr>
          </a:lstStyle>
          <a:p/>
        </p:txBody>
      </p:sp>
      <p:sp>
        <p:nvSpPr>
          <p:cNvPr id="39" name="Google Shape;39;p6"/>
          <p:cNvSpPr txBox="1"/>
          <p:nvPr/>
        </p:nvSpPr>
        <p:spPr>
          <a:xfrm>
            <a:off x="6734425" y="4959978"/>
            <a:ext cx="1747800" cy="61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400">
                <a:solidFill>
                  <a:schemeClr val="dk1"/>
                </a:solidFill>
                <a:latin typeface="DM Mono"/>
                <a:ea typeface="DM Mono"/>
                <a:cs typeface="DM Mono"/>
                <a:sym typeface="DM Mono"/>
              </a:rPr>
              <a:t>©</a:t>
            </a:r>
            <a:r>
              <a:rPr lang="en-GB" sz="400">
                <a:solidFill>
                  <a:schemeClr val="dk1"/>
                </a:solidFill>
                <a:latin typeface="DM Mono"/>
                <a:ea typeface="DM Mono"/>
                <a:cs typeface="DM Mono"/>
                <a:sym typeface="DM Mono"/>
              </a:rPr>
              <a:t>2026</a:t>
            </a:r>
            <a:r>
              <a:rPr lang="en-GB" sz="400">
                <a:solidFill>
                  <a:schemeClr val="dk1"/>
                </a:solidFill>
                <a:latin typeface="DM Mono"/>
                <a:ea typeface="DM Mono"/>
                <a:cs typeface="DM Mono"/>
                <a:sym typeface="DM Mono"/>
              </a:rPr>
              <a:t> COCOGUN. ALL RIGHTS RESERVED.</a:t>
            </a:r>
            <a:endParaRPr sz="400">
              <a:solidFill>
                <a:schemeClr val="dk1"/>
              </a:solidFill>
              <a:latin typeface="DM Mono"/>
              <a:ea typeface="DM Mono"/>
              <a:cs typeface="DM Mono"/>
              <a:sym typeface="DM Mon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lank Light">
  <p:cSld name="TITLE_1_1_1_1_1_1_1_1">
    <p:bg>
      <p:bgPr>
        <a:solidFill>
          <a:schemeClr val="dk2"/>
        </a:solidFill>
      </p:bgPr>
    </p:bg>
    <p:spTree>
      <p:nvGrpSpPr>
        <p:cNvPr id="40" name="Shape 4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1 Cover Dark">
  <p:cSld name="TITLE_AND_BODY_1_2_1_2_1_3">
    <p:bg>
      <p:bgPr>
        <a:solidFill>
          <a:schemeClr val="dk1"/>
        </a:solidFill>
      </p:bgPr>
    </p:bg>
    <p:spTree>
      <p:nvGrpSpPr>
        <p:cNvPr id="41" name="Shape 41"/>
        <p:cNvGrpSpPr/>
        <p:nvPr/>
      </p:nvGrpSpPr>
      <p:grpSpPr>
        <a:xfrm>
          <a:off x="0" y="0"/>
          <a:ext cx="0" cy="0"/>
          <a:chOff x="0" y="0"/>
          <a:chExt cx="0" cy="0"/>
        </a:xfrm>
      </p:grpSpPr>
      <p:pic>
        <p:nvPicPr>
          <p:cNvPr id="42" name="Google Shape;42;p8"/>
          <p:cNvPicPr preferRelativeResize="0"/>
          <p:nvPr/>
        </p:nvPicPr>
        <p:blipFill>
          <a:blip r:embed="rId2">
            <a:alphaModFix/>
          </a:blip>
          <a:stretch>
            <a:fillRect/>
          </a:stretch>
        </p:blipFill>
        <p:spPr>
          <a:xfrm>
            <a:off x="8635623" y="4701951"/>
            <a:ext cx="189825" cy="319500"/>
          </a:xfrm>
          <a:prstGeom prst="rect">
            <a:avLst/>
          </a:prstGeom>
          <a:noFill/>
          <a:ln>
            <a:noFill/>
          </a:ln>
        </p:spPr>
      </p:pic>
      <p:pic>
        <p:nvPicPr>
          <p:cNvPr id="43" name="Google Shape;43;p8"/>
          <p:cNvPicPr preferRelativeResize="0"/>
          <p:nvPr/>
        </p:nvPicPr>
        <p:blipFill>
          <a:blip r:embed="rId3">
            <a:alphaModFix/>
          </a:blip>
          <a:stretch>
            <a:fillRect/>
          </a:stretch>
        </p:blipFill>
        <p:spPr>
          <a:xfrm>
            <a:off x="8635625" y="4701952"/>
            <a:ext cx="189825" cy="319515"/>
          </a:xfrm>
          <a:prstGeom prst="rect">
            <a:avLst/>
          </a:prstGeom>
          <a:noFill/>
          <a:ln>
            <a:noFill/>
          </a:ln>
        </p:spPr>
      </p:pic>
      <p:sp>
        <p:nvSpPr>
          <p:cNvPr id="44" name="Google Shape;44;p8"/>
          <p:cNvSpPr txBox="1"/>
          <p:nvPr/>
        </p:nvSpPr>
        <p:spPr>
          <a:xfrm>
            <a:off x="435429" y="432957"/>
            <a:ext cx="7569600" cy="6219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1"/>
              </a:buClr>
              <a:buSzPts val="1100"/>
              <a:buFont typeface="Arial"/>
              <a:buNone/>
            </a:pPr>
            <a:r>
              <a:rPr lang="en-GB" sz="3000">
                <a:solidFill>
                  <a:schemeClr val="dk2"/>
                </a:solidFill>
                <a:latin typeface="Instrument Serif"/>
                <a:ea typeface="Instrument Serif"/>
                <a:cs typeface="Instrument Serif"/>
                <a:sym typeface="Instrument Serif"/>
              </a:rPr>
              <a:t>Welcome to the home</a:t>
            </a:r>
            <a:endParaRPr sz="3000">
              <a:solidFill>
                <a:schemeClr val="dk2"/>
              </a:solidFill>
              <a:latin typeface="Instrument Serif"/>
              <a:ea typeface="Instrument Serif"/>
              <a:cs typeface="Instrument Serif"/>
              <a:sym typeface="Instrument Serif"/>
            </a:endParaRPr>
          </a:p>
          <a:p>
            <a:pPr indent="0" lvl="0" marL="0" rtl="0" algn="l">
              <a:lnSpc>
                <a:spcPct val="80000"/>
              </a:lnSpc>
              <a:spcBef>
                <a:spcPts val="0"/>
              </a:spcBef>
              <a:spcAft>
                <a:spcPts val="0"/>
              </a:spcAft>
              <a:buNone/>
            </a:pPr>
            <a:r>
              <a:rPr lang="en-GB" sz="3000">
                <a:solidFill>
                  <a:schemeClr val="dk2"/>
                </a:solidFill>
                <a:latin typeface="Instrument Serif"/>
                <a:ea typeface="Instrument Serif"/>
                <a:cs typeface="Instrument Serif"/>
                <a:sym typeface="Instrument Serif"/>
              </a:rPr>
              <a:t>of Ideas That Matter.</a:t>
            </a:r>
            <a:endParaRPr sz="3000">
              <a:solidFill>
                <a:schemeClr val="dk2"/>
              </a:solidFill>
              <a:latin typeface="Instrument Serif"/>
              <a:ea typeface="Instrument Serif"/>
              <a:cs typeface="Instrument Serif"/>
              <a:sym typeface="Instrument Serif"/>
            </a:endParaRPr>
          </a:p>
        </p:txBody>
      </p:sp>
      <p:sp>
        <p:nvSpPr>
          <p:cNvPr id="45" name="Google Shape;45;p8"/>
          <p:cNvSpPr txBox="1"/>
          <p:nvPr>
            <p:ph type="ctrTitle"/>
          </p:nvPr>
        </p:nvSpPr>
        <p:spPr>
          <a:xfrm>
            <a:off x="435425" y="4705075"/>
            <a:ext cx="2526600" cy="258300"/>
          </a:xfrm>
          <a:prstGeom prst="rect">
            <a:avLst/>
          </a:prstGeom>
          <a:noFill/>
          <a:ln>
            <a:noFill/>
          </a:ln>
        </p:spPr>
        <p:txBody>
          <a:bodyPr anchorCtr="0" anchor="b" bIns="0" lIns="0" spcFirstLastPara="1" rIns="0" wrap="square" tIns="0">
            <a:spAutoFit/>
          </a:bodyPr>
          <a:lstStyle>
            <a:lvl1pPr lvl="0">
              <a:lnSpc>
                <a:spcPct val="100000"/>
              </a:lnSpc>
              <a:spcBef>
                <a:spcPts val="0"/>
              </a:spcBef>
              <a:spcAft>
                <a:spcPts val="0"/>
              </a:spcAft>
              <a:buClr>
                <a:srgbClr val="FFFFFF"/>
              </a:buClr>
              <a:buSzPts val="800"/>
              <a:buFont typeface="DM Mono"/>
              <a:buNone/>
              <a:defRPr b="0" sz="800">
                <a:solidFill>
                  <a:srgbClr val="FFFFFF"/>
                </a:solidFill>
                <a:latin typeface="DM Mono"/>
                <a:ea typeface="DM Mono"/>
                <a:cs typeface="DM Mono"/>
                <a:sym typeface="DM Mono"/>
              </a:defRPr>
            </a:lvl1pPr>
            <a:lvl2pPr lvl="1"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2pPr>
            <a:lvl3pPr lvl="2"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3pPr>
            <a:lvl4pPr lvl="3"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4pPr>
            <a:lvl5pPr lvl="4"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5pPr>
            <a:lvl6pPr lvl="5"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6pPr>
            <a:lvl7pPr lvl="6"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7pPr>
            <a:lvl8pPr lvl="7"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8pPr>
            <a:lvl9pPr lvl="8"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9pPr>
          </a:lstStyle>
          <a:p/>
        </p:txBody>
      </p:sp>
      <p:sp>
        <p:nvSpPr>
          <p:cNvPr id="46" name="Google Shape;46;p8"/>
          <p:cNvSpPr txBox="1"/>
          <p:nvPr>
            <p:ph idx="2" type="ctrTitle"/>
          </p:nvPr>
        </p:nvSpPr>
        <p:spPr>
          <a:xfrm>
            <a:off x="3072127" y="4705076"/>
            <a:ext cx="2526600" cy="258300"/>
          </a:xfrm>
          <a:prstGeom prst="rect">
            <a:avLst/>
          </a:prstGeom>
          <a:noFill/>
          <a:ln>
            <a:noFill/>
          </a:ln>
        </p:spPr>
        <p:txBody>
          <a:bodyPr anchorCtr="0" anchor="b" bIns="0" lIns="0" spcFirstLastPara="1" rIns="0" wrap="square" tIns="0">
            <a:spAutoFit/>
          </a:bodyPr>
          <a:lstStyle>
            <a:lvl1pPr lvl="0">
              <a:lnSpc>
                <a:spcPct val="100000"/>
              </a:lnSpc>
              <a:spcBef>
                <a:spcPts val="0"/>
              </a:spcBef>
              <a:spcAft>
                <a:spcPts val="0"/>
              </a:spcAft>
              <a:buClr>
                <a:srgbClr val="FFFFFF"/>
              </a:buClr>
              <a:buSzPts val="800"/>
              <a:buFont typeface="DM Mono"/>
              <a:buNone/>
              <a:defRPr b="0" sz="800">
                <a:solidFill>
                  <a:srgbClr val="FFFFFF"/>
                </a:solidFill>
                <a:latin typeface="DM Mono"/>
                <a:ea typeface="DM Mono"/>
                <a:cs typeface="DM Mono"/>
                <a:sym typeface="DM Mono"/>
              </a:defRPr>
            </a:lvl1pPr>
            <a:lvl2pPr lvl="1"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2pPr>
            <a:lvl3pPr lvl="2"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3pPr>
            <a:lvl4pPr lvl="3"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4pPr>
            <a:lvl5pPr lvl="4"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5pPr>
            <a:lvl6pPr lvl="5"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6pPr>
            <a:lvl7pPr lvl="6"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7pPr>
            <a:lvl8pPr lvl="7"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8pPr>
            <a:lvl9pPr lvl="8" algn="ctr">
              <a:lnSpc>
                <a:spcPct val="10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9pPr>
          </a:lstStyle>
          <a:p/>
        </p:txBody>
      </p:sp>
      <p:pic>
        <p:nvPicPr>
          <p:cNvPr id="47" name="Google Shape;47;p8"/>
          <p:cNvPicPr preferRelativeResize="0"/>
          <p:nvPr/>
        </p:nvPicPr>
        <p:blipFill rotWithShape="1">
          <a:blip r:embed="rId4">
            <a:alphaModFix/>
          </a:blip>
          <a:srcRect b="0" l="0" r="0" t="0"/>
          <a:stretch/>
        </p:blipFill>
        <p:spPr>
          <a:xfrm>
            <a:off x="7431267" y="432950"/>
            <a:ext cx="1277307" cy="2120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2 Big Statement Dark">
  <p:cSld name="TITLE_AND_BODY_1_2_1_2_1">
    <p:bg>
      <p:bgPr>
        <a:solidFill>
          <a:schemeClr val="dk1"/>
        </a:solidFill>
      </p:bgPr>
    </p:bg>
    <p:spTree>
      <p:nvGrpSpPr>
        <p:cNvPr id="48" name="Shape 48"/>
        <p:cNvGrpSpPr/>
        <p:nvPr/>
      </p:nvGrpSpPr>
      <p:grpSpPr>
        <a:xfrm>
          <a:off x="0" y="0"/>
          <a:ext cx="0" cy="0"/>
          <a:chOff x="0" y="0"/>
          <a:chExt cx="0" cy="0"/>
        </a:xfrm>
      </p:grpSpPr>
      <p:pic>
        <p:nvPicPr>
          <p:cNvPr id="49" name="Google Shape;49;p9"/>
          <p:cNvPicPr preferRelativeResize="0"/>
          <p:nvPr/>
        </p:nvPicPr>
        <p:blipFill>
          <a:blip r:embed="rId2">
            <a:alphaModFix/>
          </a:blip>
          <a:stretch>
            <a:fillRect/>
          </a:stretch>
        </p:blipFill>
        <p:spPr>
          <a:xfrm>
            <a:off x="8635623" y="4701951"/>
            <a:ext cx="189825" cy="319500"/>
          </a:xfrm>
          <a:prstGeom prst="rect">
            <a:avLst/>
          </a:prstGeom>
          <a:noFill/>
          <a:ln>
            <a:noFill/>
          </a:ln>
        </p:spPr>
      </p:pic>
      <p:pic>
        <p:nvPicPr>
          <p:cNvPr id="50" name="Google Shape;50;p9"/>
          <p:cNvPicPr preferRelativeResize="0"/>
          <p:nvPr/>
        </p:nvPicPr>
        <p:blipFill>
          <a:blip r:embed="rId3">
            <a:alphaModFix/>
          </a:blip>
          <a:stretch>
            <a:fillRect/>
          </a:stretch>
        </p:blipFill>
        <p:spPr>
          <a:xfrm>
            <a:off x="8635625" y="4701952"/>
            <a:ext cx="189825" cy="319515"/>
          </a:xfrm>
          <a:prstGeom prst="rect">
            <a:avLst/>
          </a:prstGeom>
          <a:noFill/>
          <a:ln>
            <a:noFill/>
          </a:ln>
        </p:spPr>
      </p:pic>
      <p:pic>
        <p:nvPicPr>
          <p:cNvPr id="51" name="Google Shape;51;p9"/>
          <p:cNvPicPr preferRelativeResize="0"/>
          <p:nvPr/>
        </p:nvPicPr>
        <p:blipFill>
          <a:blip r:embed="rId4">
            <a:alphaModFix/>
          </a:blip>
          <a:stretch>
            <a:fillRect/>
          </a:stretch>
        </p:blipFill>
        <p:spPr>
          <a:xfrm>
            <a:off x="8635624" y="171249"/>
            <a:ext cx="189825" cy="193946"/>
          </a:xfrm>
          <a:prstGeom prst="rect">
            <a:avLst/>
          </a:prstGeom>
          <a:noFill/>
          <a:ln>
            <a:noFill/>
          </a:ln>
        </p:spPr>
      </p:pic>
      <p:sp>
        <p:nvSpPr>
          <p:cNvPr id="52" name="Google Shape;52;p9"/>
          <p:cNvSpPr txBox="1"/>
          <p:nvPr>
            <p:ph type="ctrTitle"/>
          </p:nvPr>
        </p:nvSpPr>
        <p:spPr>
          <a:xfrm>
            <a:off x="435425" y="432976"/>
            <a:ext cx="7569600" cy="1816500"/>
          </a:xfrm>
          <a:prstGeom prst="rect">
            <a:avLst/>
          </a:prstGeom>
          <a:noFill/>
          <a:ln>
            <a:noFill/>
          </a:ln>
        </p:spPr>
        <p:txBody>
          <a:bodyPr anchorCtr="0" anchor="t" bIns="0" lIns="0" spcFirstLastPara="1" rIns="0" wrap="square" tIns="0">
            <a:normAutofit/>
          </a:bodyPr>
          <a:lstStyle>
            <a:lvl1pPr lvl="0">
              <a:lnSpc>
                <a:spcPct val="80000"/>
              </a:lnSpc>
              <a:spcBef>
                <a:spcPts val="0"/>
              </a:spcBef>
              <a:spcAft>
                <a:spcPts val="0"/>
              </a:spcAft>
              <a:buClr>
                <a:schemeClr val="dk2"/>
              </a:buClr>
              <a:buSzPts val="6000"/>
              <a:buNone/>
              <a:defRPr sz="6000">
                <a:solidFill>
                  <a:schemeClr val="dk2"/>
                </a:solidFill>
              </a:defRPr>
            </a:lvl1pPr>
            <a:lvl2pPr lvl="1"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2pPr>
            <a:lvl3pPr lvl="2"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3pPr>
            <a:lvl4pPr lvl="3"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4pPr>
            <a:lvl5pPr lvl="4"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5pPr>
            <a:lvl6pPr lvl="5"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6pPr>
            <a:lvl7pPr lvl="6"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7pPr>
            <a:lvl8pPr lvl="7"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8pPr>
            <a:lvl9pPr lvl="8"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9pPr>
          </a:lstStyle>
          <a:p/>
        </p:txBody>
      </p:sp>
      <p:sp>
        <p:nvSpPr>
          <p:cNvPr id="53" name="Google Shape;53;p9"/>
          <p:cNvSpPr txBox="1"/>
          <p:nvPr>
            <p:ph idx="1" type="subTitle"/>
          </p:nvPr>
        </p:nvSpPr>
        <p:spPr>
          <a:xfrm>
            <a:off x="435425" y="2360625"/>
            <a:ext cx="5459100" cy="996300"/>
          </a:xfrm>
          <a:prstGeom prst="rect">
            <a:avLst/>
          </a:prstGeom>
          <a:noFill/>
          <a:ln>
            <a:noFill/>
          </a:ln>
        </p:spPr>
        <p:txBody>
          <a:bodyPr anchorCtr="0" anchor="t" bIns="0" lIns="0" spcFirstLastPara="1" rIns="0" wrap="square" tIns="0">
            <a:normAutofit/>
          </a:bodyPr>
          <a:lstStyle>
            <a:lvl1pPr lvl="0">
              <a:lnSpc>
                <a:spcPct val="80000"/>
              </a:lnSpc>
              <a:spcBef>
                <a:spcPts val="0"/>
              </a:spcBef>
              <a:spcAft>
                <a:spcPts val="0"/>
              </a:spcAft>
              <a:buClr>
                <a:schemeClr val="dk2"/>
              </a:buClr>
              <a:buSzPts val="3000"/>
              <a:buFont typeface="Instrument Serif"/>
              <a:buNone/>
              <a:defRPr sz="3000">
                <a:solidFill>
                  <a:schemeClr val="dk2"/>
                </a:solidFill>
                <a:latin typeface="Instrument Serif"/>
                <a:ea typeface="Instrument Serif"/>
                <a:cs typeface="Instrument Serif"/>
                <a:sym typeface="Instrument Serif"/>
              </a:defRPr>
            </a:lvl1pPr>
            <a:lvl2pPr lvl="1" algn="ctr">
              <a:lnSpc>
                <a:spcPct val="100000"/>
              </a:lnSpc>
              <a:spcBef>
                <a:spcPts val="0"/>
              </a:spcBef>
              <a:spcAft>
                <a:spcPts val="0"/>
              </a:spcAft>
              <a:buClr>
                <a:schemeClr val="dk2"/>
              </a:buClr>
              <a:buSzPts val="1200"/>
              <a:buFont typeface="Instrument Serif"/>
              <a:buNone/>
              <a:defRPr>
                <a:solidFill>
                  <a:schemeClr val="dk2"/>
                </a:solidFill>
                <a:latin typeface="Instrument Serif"/>
                <a:ea typeface="Instrument Serif"/>
                <a:cs typeface="Instrument Serif"/>
                <a:sym typeface="Instrument Serif"/>
              </a:defRPr>
            </a:lvl2pPr>
            <a:lvl3pPr lvl="2" algn="ctr">
              <a:lnSpc>
                <a:spcPct val="100000"/>
              </a:lnSpc>
              <a:spcBef>
                <a:spcPts val="0"/>
              </a:spcBef>
              <a:spcAft>
                <a:spcPts val="0"/>
              </a:spcAft>
              <a:buClr>
                <a:schemeClr val="dk2"/>
              </a:buClr>
              <a:buSzPts val="3000"/>
              <a:buFont typeface="Instrument Serif"/>
              <a:buNone/>
              <a:defRPr sz="3000">
                <a:solidFill>
                  <a:schemeClr val="dk2"/>
                </a:solidFill>
                <a:latin typeface="Instrument Serif"/>
                <a:ea typeface="Instrument Serif"/>
                <a:cs typeface="Instrument Serif"/>
                <a:sym typeface="Instrument Serif"/>
              </a:defRPr>
            </a:lvl3pPr>
            <a:lvl4pPr lvl="3" algn="ctr">
              <a:lnSpc>
                <a:spcPct val="100000"/>
              </a:lnSpc>
              <a:spcBef>
                <a:spcPts val="0"/>
              </a:spcBef>
              <a:spcAft>
                <a:spcPts val="0"/>
              </a:spcAft>
              <a:buClr>
                <a:schemeClr val="dk2"/>
              </a:buClr>
              <a:buSzPts val="3000"/>
              <a:buFont typeface="Instrument Serif"/>
              <a:buNone/>
              <a:defRPr sz="3000">
                <a:solidFill>
                  <a:schemeClr val="dk2"/>
                </a:solidFill>
                <a:latin typeface="Instrument Serif"/>
                <a:ea typeface="Instrument Serif"/>
                <a:cs typeface="Instrument Serif"/>
                <a:sym typeface="Instrument Serif"/>
              </a:defRPr>
            </a:lvl4pPr>
            <a:lvl5pPr lvl="4" algn="ctr">
              <a:lnSpc>
                <a:spcPct val="100000"/>
              </a:lnSpc>
              <a:spcBef>
                <a:spcPts val="0"/>
              </a:spcBef>
              <a:spcAft>
                <a:spcPts val="0"/>
              </a:spcAft>
              <a:buClr>
                <a:schemeClr val="dk2"/>
              </a:buClr>
              <a:buSzPts val="3000"/>
              <a:buFont typeface="Instrument Serif"/>
              <a:buNone/>
              <a:defRPr sz="3000">
                <a:solidFill>
                  <a:schemeClr val="dk2"/>
                </a:solidFill>
                <a:latin typeface="Instrument Serif"/>
                <a:ea typeface="Instrument Serif"/>
                <a:cs typeface="Instrument Serif"/>
                <a:sym typeface="Instrument Serif"/>
              </a:defRPr>
            </a:lvl5pPr>
            <a:lvl6pPr lvl="5" algn="ctr">
              <a:lnSpc>
                <a:spcPct val="100000"/>
              </a:lnSpc>
              <a:spcBef>
                <a:spcPts val="0"/>
              </a:spcBef>
              <a:spcAft>
                <a:spcPts val="0"/>
              </a:spcAft>
              <a:buClr>
                <a:schemeClr val="dk2"/>
              </a:buClr>
              <a:buSzPts val="3000"/>
              <a:buFont typeface="Instrument Serif"/>
              <a:buNone/>
              <a:defRPr sz="3000">
                <a:solidFill>
                  <a:schemeClr val="dk2"/>
                </a:solidFill>
                <a:latin typeface="Instrument Serif"/>
                <a:ea typeface="Instrument Serif"/>
                <a:cs typeface="Instrument Serif"/>
                <a:sym typeface="Instrument Serif"/>
              </a:defRPr>
            </a:lvl6pPr>
            <a:lvl7pPr lvl="6" algn="ctr">
              <a:lnSpc>
                <a:spcPct val="100000"/>
              </a:lnSpc>
              <a:spcBef>
                <a:spcPts val="0"/>
              </a:spcBef>
              <a:spcAft>
                <a:spcPts val="0"/>
              </a:spcAft>
              <a:buClr>
                <a:schemeClr val="dk2"/>
              </a:buClr>
              <a:buSzPts val="3000"/>
              <a:buFont typeface="Instrument Serif"/>
              <a:buNone/>
              <a:defRPr sz="3000">
                <a:solidFill>
                  <a:schemeClr val="dk2"/>
                </a:solidFill>
                <a:latin typeface="Instrument Serif"/>
                <a:ea typeface="Instrument Serif"/>
                <a:cs typeface="Instrument Serif"/>
                <a:sym typeface="Instrument Serif"/>
              </a:defRPr>
            </a:lvl7pPr>
            <a:lvl8pPr lvl="7" algn="ctr">
              <a:lnSpc>
                <a:spcPct val="100000"/>
              </a:lnSpc>
              <a:spcBef>
                <a:spcPts val="0"/>
              </a:spcBef>
              <a:spcAft>
                <a:spcPts val="0"/>
              </a:spcAft>
              <a:buClr>
                <a:schemeClr val="dk2"/>
              </a:buClr>
              <a:buSzPts val="3000"/>
              <a:buFont typeface="Instrument Serif"/>
              <a:buNone/>
              <a:defRPr sz="3000">
                <a:solidFill>
                  <a:schemeClr val="dk2"/>
                </a:solidFill>
                <a:latin typeface="Instrument Serif"/>
                <a:ea typeface="Instrument Serif"/>
                <a:cs typeface="Instrument Serif"/>
                <a:sym typeface="Instrument Serif"/>
              </a:defRPr>
            </a:lvl8pPr>
            <a:lvl9pPr lvl="8" algn="ctr">
              <a:lnSpc>
                <a:spcPct val="100000"/>
              </a:lnSpc>
              <a:spcBef>
                <a:spcPts val="0"/>
              </a:spcBef>
              <a:spcAft>
                <a:spcPts val="0"/>
              </a:spcAft>
              <a:buClr>
                <a:schemeClr val="dk2"/>
              </a:buClr>
              <a:buSzPts val="3000"/>
              <a:buFont typeface="Instrument Serif"/>
              <a:buNone/>
              <a:defRPr sz="3000">
                <a:solidFill>
                  <a:schemeClr val="dk2"/>
                </a:solidFill>
                <a:latin typeface="Instrument Serif"/>
                <a:ea typeface="Instrument Serif"/>
                <a:cs typeface="Instrument Serif"/>
                <a:sym typeface="Instrument Serif"/>
              </a:defRPr>
            </a:lvl9pPr>
          </a:lstStyle>
          <a:p/>
        </p:txBody>
      </p:sp>
      <p:sp>
        <p:nvSpPr>
          <p:cNvPr id="54" name="Google Shape;54;p9"/>
          <p:cNvSpPr txBox="1"/>
          <p:nvPr>
            <p:ph idx="2" type="body"/>
          </p:nvPr>
        </p:nvSpPr>
        <p:spPr>
          <a:xfrm>
            <a:off x="435425" y="3467975"/>
            <a:ext cx="4272300" cy="822900"/>
          </a:xfrm>
          <a:prstGeom prst="rect">
            <a:avLst/>
          </a:prstGeom>
        </p:spPr>
        <p:txBody>
          <a:bodyPr anchorCtr="0" anchor="t" bIns="0" lIns="0" spcFirstLastPara="1" rIns="0" wrap="square" tIns="0">
            <a:normAutofit/>
          </a:bodyPr>
          <a:lstStyle>
            <a:lvl1pPr indent="-285750" lvl="0" marL="457200">
              <a:spcBef>
                <a:spcPts val="0"/>
              </a:spcBef>
              <a:spcAft>
                <a:spcPts val="0"/>
              </a:spcAft>
              <a:buClr>
                <a:schemeClr val="dk2"/>
              </a:buClr>
              <a:buSzPts val="900"/>
              <a:buFont typeface="Libre Franklin"/>
              <a:buChar char="●"/>
              <a:defRPr sz="900">
                <a:solidFill>
                  <a:schemeClr val="dk2"/>
                </a:solidFill>
                <a:latin typeface="Libre Franklin"/>
                <a:ea typeface="Libre Franklin"/>
                <a:cs typeface="Libre Franklin"/>
                <a:sym typeface="Libre Franklin"/>
              </a:defRPr>
            </a:lvl1pPr>
            <a:lvl2pPr indent="-285750" lvl="1" marL="914400">
              <a:spcBef>
                <a:spcPts val="0"/>
              </a:spcBef>
              <a:spcAft>
                <a:spcPts val="0"/>
              </a:spcAft>
              <a:buClr>
                <a:schemeClr val="dk2"/>
              </a:buClr>
              <a:buSzPts val="900"/>
              <a:buChar char="○"/>
              <a:defRPr sz="900">
                <a:solidFill>
                  <a:schemeClr val="dk2"/>
                </a:solidFill>
              </a:defRPr>
            </a:lvl2pPr>
            <a:lvl3pPr indent="-285750" lvl="2" marL="1371600">
              <a:spcBef>
                <a:spcPts val="0"/>
              </a:spcBef>
              <a:spcAft>
                <a:spcPts val="0"/>
              </a:spcAft>
              <a:buClr>
                <a:schemeClr val="dk2"/>
              </a:buClr>
              <a:buSzPts val="900"/>
              <a:buChar char="■"/>
              <a:defRPr sz="900">
                <a:solidFill>
                  <a:schemeClr val="dk2"/>
                </a:solidFill>
              </a:defRPr>
            </a:lvl3pPr>
            <a:lvl4pPr indent="-285750" lvl="3" marL="1828800">
              <a:spcBef>
                <a:spcPts val="0"/>
              </a:spcBef>
              <a:spcAft>
                <a:spcPts val="0"/>
              </a:spcAft>
              <a:buClr>
                <a:schemeClr val="dk2"/>
              </a:buClr>
              <a:buSzPts val="900"/>
              <a:buChar char="●"/>
              <a:defRPr sz="900">
                <a:solidFill>
                  <a:schemeClr val="dk2"/>
                </a:solidFill>
              </a:defRPr>
            </a:lvl4pPr>
            <a:lvl5pPr indent="-285750" lvl="4" marL="2286000">
              <a:spcBef>
                <a:spcPts val="0"/>
              </a:spcBef>
              <a:spcAft>
                <a:spcPts val="0"/>
              </a:spcAft>
              <a:buClr>
                <a:schemeClr val="dk2"/>
              </a:buClr>
              <a:buSzPts val="900"/>
              <a:buChar char="○"/>
              <a:defRPr sz="900">
                <a:solidFill>
                  <a:schemeClr val="dk2"/>
                </a:solidFill>
              </a:defRPr>
            </a:lvl5pPr>
            <a:lvl6pPr indent="-285750" lvl="5" marL="2743200">
              <a:spcBef>
                <a:spcPts val="0"/>
              </a:spcBef>
              <a:spcAft>
                <a:spcPts val="0"/>
              </a:spcAft>
              <a:buClr>
                <a:schemeClr val="dk2"/>
              </a:buClr>
              <a:buSzPts val="900"/>
              <a:buFont typeface="Libre Franklin"/>
              <a:buChar char="■"/>
              <a:defRPr sz="900">
                <a:solidFill>
                  <a:schemeClr val="dk2"/>
                </a:solidFill>
                <a:latin typeface="Libre Franklin"/>
                <a:ea typeface="Libre Franklin"/>
                <a:cs typeface="Libre Franklin"/>
                <a:sym typeface="Libre Franklin"/>
              </a:defRPr>
            </a:lvl6pPr>
            <a:lvl7pPr indent="-285750" lvl="6" marL="3200400">
              <a:spcBef>
                <a:spcPts val="0"/>
              </a:spcBef>
              <a:spcAft>
                <a:spcPts val="0"/>
              </a:spcAft>
              <a:buClr>
                <a:schemeClr val="dk2"/>
              </a:buClr>
              <a:buSzPts val="900"/>
              <a:buFont typeface="Libre Franklin"/>
              <a:buChar char="●"/>
              <a:defRPr sz="900">
                <a:solidFill>
                  <a:schemeClr val="dk2"/>
                </a:solidFill>
                <a:latin typeface="Libre Franklin"/>
                <a:ea typeface="Libre Franklin"/>
                <a:cs typeface="Libre Franklin"/>
                <a:sym typeface="Libre Franklin"/>
              </a:defRPr>
            </a:lvl7pPr>
            <a:lvl8pPr indent="-285750" lvl="7" marL="3657600">
              <a:spcBef>
                <a:spcPts val="0"/>
              </a:spcBef>
              <a:spcAft>
                <a:spcPts val="0"/>
              </a:spcAft>
              <a:buClr>
                <a:schemeClr val="dk2"/>
              </a:buClr>
              <a:buSzPts val="900"/>
              <a:buFont typeface="Libre Franklin"/>
              <a:buChar char="○"/>
              <a:defRPr sz="900">
                <a:solidFill>
                  <a:schemeClr val="dk2"/>
                </a:solidFill>
                <a:latin typeface="Libre Franklin"/>
                <a:ea typeface="Libre Franklin"/>
                <a:cs typeface="Libre Franklin"/>
                <a:sym typeface="Libre Franklin"/>
              </a:defRPr>
            </a:lvl8pPr>
            <a:lvl9pPr indent="-285750" lvl="8" marL="4114800">
              <a:spcBef>
                <a:spcPts val="0"/>
              </a:spcBef>
              <a:spcAft>
                <a:spcPts val="0"/>
              </a:spcAft>
              <a:buClr>
                <a:schemeClr val="dk2"/>
              </a:buClr>
              <a:buSzPts val="900"/>
              <a:buFont typeface="Libre Franklin"/>
              <a:buChar char="■"/>
              <a:defRPr sz="900">
                <a:solidFill>
                  <a:schemeClr val="dk2"/>
                </a:solidFill>
                <a:latin typeface="Libre Franklin"/>
                <a:ea typeface="Libre Franklin"/>
                <a:cs typeface="Libre Franklin"/>
                <a:sym typeface="Libre Franklin"/>
              </a:defRPr>
            </a:lvl9pPr>
          </a:lstStyle>
          <a:p/>
        </p:txBody>
      </p:sp>
      <p:sp>
        <p:nvSpPr>
          <p:cNvPr id="55" name="Google Shape;55;p9"/>
          <p:cNvSpPr txBox="1"/>
          <p:nvPr/>
        </p:nvSpPr>
        <p:spPr>
          <a:xfrm>
            <a:off x="6734425" y="4959978"/>
            <a:ext cx="1747800" cy="61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400">
                <a:solidFill>
                  <a:srgbClr val="FFFFFF"/>
                </a:solidFill>
                <a:latin typeface="DM Mono"/>
                <a:ea typeface="DM Mono"/>
                <a:cs typeface="DM Mono"/>
                <a:sym typeface="DM Mono"/>
              </a:rPr>
              <a:t>©</a:t>
            </a:r>
            <a:r>
              <a:rPr lang="en-GB" sz="400">
                <a:solidFill>
                  <a:srgbClr val="FFFFFF"/>
                </a:solidFill>
                <a:latin typeface="DM Mono"/>
                <a:ea typeface="DM Mono"/>
                <a:cs typeface="DM Mono"/>
                <a:sym typeface="DM Mono"/>
              </a:rPr>
              <a:t>2026</a:t>
            </a:r>
            <a:r>
              <a:rPr lang="en-GB" sz="400">
                <a:solidFill>
                  <a:srgbClr val="FFFFFF"/>
                </a:solidFill>
                <a:latin typeface="DM Mono"/>
                <a:ea typeface="DM Mono"/>
                <a:cs typeface="DM Mono"/>
                <a:sym typeface="DM Mono"/>
              </a:rPr>
              <a:t> COCOGUN. ALL RIGHTS RESERVED.</a:t>
            </a:r>
            <a:endParaRPr sz="400">
              <a:solidFill>
                <a:srgbClr val="FFFFFF"/>
              </a:solidFill>
              <a:latin typeface="DM Mono"/>
              <a:ea typeface="DM Mono"/>
              <a:cs typeface="DM Mono"/>
              <a:sym typeface="DM Mon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3 Medium Copy Dark">
  <p:cSld name="TITLE_AND_BODY_1_2_1_2_1_1_2">
    <p:bg>
      <p:bgPr>
        <a:solidFill>
          <a:schemeClr val="dk1"/>
        </a:solidFill>
      </p:bgPr>
    </p:bg>
    <p:spTree>
      <p:nvGrpSpPr>
        <p:cNvPr id="56" name="Shape 56"/>
        <p:cNvGrpSpPr/>
        <p:nvPr/>
      </p:nvGrpSpPr>
      <p:grpSpPr>
        <a:xfrm>
          <a:off x="0" y="0"/>
          <a:ext cx="0" cy="0"/>
          <a:chOff x="0" y="0"/>
          <a:chExt cx="0" cy="0"/>
        </a:xfrm>
      </p:grpSpPr>
      <p:pic>
        <p:nvPicPr>
          <p:cNvPr id="57" name="Google Shape;57;p10"/>
          <p:cNvPicPr preferRelativeResize="0"/>
          <p:nvPr/>
        </p:nvPicPr>
        <p:blipFill>
          <a:blip r:embed="rId2">
            <a:alphaModFix/>
          </a:blip>
          <a:stretch>
            <a:fillRect/>
          </a:stretch>
        </p:blipFill>
        <p:spPr>
          <a:xfrm>
            <a:off x="8635623" y="4701951"/>
            <a:ext cx="189825" cy="319500"/>
          </a:xfrm>
          <a:prstGeom prst="rect">
            <a:avLst/>
          </a:prstGeom>
          <a:noFill/>
          <a:ln>
            <a:noFill/>
          </a:ln>
        </p:spPr>
      </p:pic>
      <p:pic>
        <p:nvPicPr>
          <p:cNvPr id="58" name="Google Shape;58;p10"/>
          <p:cNvPicPr preferRelativeResize="0"/>
          <p:nvPr/>
        </p:nvPicPr>
        <p:blipFill>
          <a:blip r:embed="rId3">
            <a:alphaModFix/>
          </a:blip>
          <a:stretch>
            <a:fillRect/>
          </a:stretch>
        </p:blipFill>
        <p:spPr>
          <a:xfrm>
            <a:off x="8635624" y="171249"/>
            <a:ext cx="189825" cy="193946"/>
          </a:xfrm>
          <a:prstGeom prst="rect">
            <a:avLst/>
          </a:prstGeom>
          <a:noFill/>
          <a:ln>
            <a:noFill/>
          </a:ln>
        </p:spPr>
      </p:pic>
      <p:pic>
        <p:nvPicPr>
          <p:cNvPr id="59" name="Google Shape;59;p10"/>
          <p:cNvPicPr preferRelativeResize="0"/>
          <p:nvPr/>
        </p:nvPicPr>
        <p:blipFill>
          <a:blip r:embed="rId4">
            <a:alphaModFix/>
          </a:blip>
          <a:stretch>
            <a:fillRect/>
          </a:stretch>
        </p:blipFill>
        <p:spPr>
          <a:xfrm>
            <a:off x="8635625" y="4701952"/>
            <a:ext cx="189825" cy="319515"/>
          </a:xfrm>
          <a:prstGeom prst="rect">
            <a:avLst/>
          </a:prstGeom>
          <a:noFill/>
          <a:ln>
            <a:noFill/>
          </a:ln>
        </p:spPr>
      </p:pic>
      <p:sp>
        <p:nvSpPr>
          <p:cNvPr id="60" name="Google Shape;60;p10"/>
          <p:cNvSpPr txBox="1"/>
          <p:nvPr/>
        </p:nvSpPr>
        <p:spPr>
          <a:xfrm>
            <a:off x="6734425" y="4959978"/>
            <a:ext cx="1747800" cy="61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400">
                <a:solidFill>
                  <a:srgbClr val="FFFFFF"/>
                </a:solidFill>
                <a:latin typeface="DM Mono"/>
                <a:ea typeface="DM Mono"/>
                <a:cs typeface="DM Mono"/>
                <a:sym typeface="DM Mono"/>
              </a:rPr>
              <a:t>©</a:t>
            </a:r>
            <a:r>
              <a:rPr lang="en-GB" sz="400">
                <a:solidFill>
                  <a:srgbClr val="FFFFFF"/>
                </a:solidFill>
                <a:latin typeface="DM Mono"/>
                <a:ea typeface="DM Mono"/>
                <a:cs typeface="DM Mono"/>
                <a:sym typeface="DM Mono"/>
              </a:rPr>
              <a:t>2026</a:t>
            </a:r>
            <a:r>
              <a:rPr lang="en-GB" sz="400">
                <a:solidFill>
                  <a:srgbClr val="FFFFFF"/>
                </a:solidFill>
                <a:latin typeface="DM Mono"/>
                <a:ea typeface="DM Mono"/>
                <a:cs typeface="DM Mono"/>
                <a:sym typeface="DM Mono"/>
              </a:rPr>
              <a:t> COCOGUN. ALL RIGHTS RESERVED.</a:t>
            </a:r>
            <a:endParaRPr sz="400">
              <a:solidFill>
                <a:srgbClr val="FFFFFF"/>
              </a:solidFill>
              <a:latin typeface="DM Mono"/>
              <a:ea typeface="DM Mono"/>
              <a:cs typeface="DM Mono"/>
              <a:sym typeface="DM Mono"/>
            </a:endParaRPr>
          </a:p>
        </p:txBody>
      </p:sp>
      <p:sp>
        <p:nvSpPr>
          <p:cNvPr id="61" name="Google Shape;61;p10"/>
          <p:cNvSpPr txBox="1"/>
          <p:nvPr>
            <p:ph type="ctrTitle"/>
          </p:nvPr>
        </p:nvSpPr>
        <p:spPr>
          <a:xfrm>
            <a:off x="435425" y="432950"/>
            <a:ext cx="4054800" cy="1430400"/>
          </a:xfrm>
          <a:prstGeom prst="rect">
            <a:avLst/>
          </a:prstGeom>
          <a:noFill/>
          <a:ln>
            <a:noFill/>
          </a:ln>
        </p:spPr>
        <p:txBody>
          <a:bodyPr anchorCtr="0" anchor="t" bIns="0" lIns="0" spcFirstLastPara="1" rIns="0" wrap="square" tIns="0">
            <a:normAutofit/>
          </a:bodyPr>
          <a:lstStyle>
            <a:lvl1pPr lvl="0">
              <a:lnSpc>
                <a:spcPct val="80000"/>
              </a:lnSpc>
              <a:spcBef>
                <a:spcPts val="0"/>
              </a:spcBef>
              <a:spcAft>
                <a:spcPts val="0"/>
              </a:spcAft>
              <a:buClr>
                <a:schemeClr val="dk2"/>
              </a:buClr>
              <a:buSzPts val="4000"/>
              <a:buNone/>
              <a:defRPr sz="4000">
                <a:solidFill>
                  <a:schemeClr val="dk2"/>
                </a:solidFill>
              </a:defRPr>
            </a:lvl1pPr>
            <a:lvl2pPr lvl="1"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2pPr>
            <a:lvl3pPr lvl="2"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3pPr>
            <a:lvl4pPr lvl="3"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4pPr>
            <a:lvl5pPr lvl="4"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5pPr>
            <a:lvl6pPr lvl="5"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6pPr>
            <a:lvl7pPr lvl="6"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7pPr>
            <a:lvl8pPr lvl="7"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8pPr>
            <a:lvl9pPr lvl="8" algn="ctr">
              <a:lnSpc>
                <a:spcPct val="80000"/>
              </a:lnSpc>
              <a:spcBef>
                <a:spcPts val="0"/>
              </a:spcBef>
              <a:spcAft>
                <a:spcPts val="0"/>
              </a:spcAft>
              <a:buClr>
                <a:schemeClr val="dk2"/>
              </a:buClr>
              <a:buSzPts val="6000"/>
              <a:buFont typeface="Libre Franklin"/>
              <a:buNone/>
              <a:defRPr b="1" sz="6000">
                <a:solidFill>
                  <a:schemeClr val="dk2"/>
                </a:solidFill>
                <a:latin typeface="Libre Franklin"/>
                <a:ea typeface="Libre Franklin"/>
                <a:cs typeface="Libre Franklin"/>
                <a:sym typeface="Libre Franklin"/>
              </a:defRPr>
            </a:lvl9pPr>
          </a:lstStyle>
          <a:p/>
        </p:txBody>
      </p:sp>
      <p:sp>
        <p:nvSpPr>
          <p:cNvPr id="62" name="Google Shape;62;p10"/>
          <p:cNvSpPr txBox="1"/>
          <p:nvPr>
            <p:ph idx="2" type="ctrTitle"/>
          </p:nvPr>
        </p:nvSpPr>
        <p:spPr>
          <a:xfrm>
            <a:off x="435425" y="173175"/>
            <a:ext cx="4054800" cy="104700"/>
          </a:xfrm>
          <a:prstGeom prst="rect">
            <a:avLst/>
          </a:prstGeom>
          <a:noFill/>
          <a:ln>
            <a:noFill/>
          </a:ln>
        </p:spPr>
        <p:txBody>
          <a:bodyPr anchorCtr="0" anchor="t" bIns="0" lIns="0" spcFirstLastPara="1" rIns="0" wrap="square" tIns="0">
            <a:spAutoFit/>
          </a:bodyPr>
          <a:lstStyle>
            <a:lvl1pPr lvl="0">
              <a:lnSpc>
                <a:spcPct val="80000"/>
              </a:lnSpc>
              <a:spcBef>
                <a:spcPts val="0"/>
              </a:spcBef>
              <a:spcAft>
                <a:spcPts val="0"/>
              </a:spcAft>
              <a:buClr>
                <a:schemeClr val="dk2"/>
              </a:buClr>
              <a:buSzPts val="800"/>
              <a:buFont typeface="DM Mono"/>
              <a:buNone/>
              <a:defRPr b="0" sz="800">
                <a:solidFill>
                  <a:schemeClr val="dk2"/>
                </a:solidFill>
                <a:latin typeface="DM Mono"/>
                <a:ea typeface="DM Mono"/>
                <a:cs typeface="DM Mono"/>
                <a:sym typeface="DM Mono"/>
              </a:defRPr>
            </a:lvl1pPr>
            <a:lvl2pPr lvl="1" algn="ctr">
              <a:lnSpc>
                <a:spcPct val="80000"/>
              </a:lnSpc>
              <a:spcBef>
                <a:spcPts val="0"/>
              </a:spcBef>
              <a:spcAft>
                <a:spcPts val="0"/>
              </a:spcAft>
              <a:buClr>
                <a:schemeClr val="dk2"/>
              </a:buClr>
              <a:buSzPts val="800"/>
              <a:buFont typeface="Libre Franklin"/>
              <a:buNone/>
              <a:defRPr b="1" sz="800">
                <a:solidFill>
                  <a:schemeClr val="dk2"/>
                </a:solidFill>
                <a:latin typeface="Libre Franklin"/>
                <a:ea typeface="Libre Franklin"/>
                <a:cs typeface="Libre Franklin"/>
                <a:sym typeface="Libre Franklin"/>
              </a:defRPr>
            </a:lvl2pPr>
            <a:lvl3pPr lvl="2" algn="ctr">
              <a:lnSpc>
                <a:spcPct val="80000"/>
              </a:lnSpc>
              <a:spcBef>
                <a:spcPts val="0"/>
              </a:spcBef>
              <a:spcAft>
                <a:spcPts val="0"/>
              </a:spcAft>
              <a:buClr>
                <a:schemeClr val="dk2"/>
              </a:buClr>
              <a:buSzPts val="800"/>
              <a:buFont typeface="Libre Franklin"/>
              <a:buNone/>
              <a:defRPr b="1" sz="800">
                <a:solidFill>
                  <a:schemeClr val="dk2"/>
                </a:solidFill>
                <a:latin typeface="Libre Franklin"/>
                <a:ea typeface="Libre Franklin"/>
                <a:cs typeface="Libre Franklin"/>
                <a:sym typeface="Libre Franklin"/>
              </a:defRPr>
            </a:lvl3pPr>
            <a:lvl4pPr lvl="3" algn="ctr">
              <a:lnSpc>
                <a:spcPct val="80000"/>
              </a:lnSpc>
              <a:spcBef>
                <a:spcPts val="0"/>
              </a:spcBef>
              <a:spcAft>
                <a:spcPts val="0"/>
              </a:spcAft>
              <a:buClr>
                <a:schemeClr val="dk2"/>
              </a:buClr>
              <a:buSzPts val="800"/>
              <a:buFont typeface="Libre Franklin"/>
              <a:buNone/>
              <a:defRPr b="1" sz="800">
                <a:solidFill>
                  <a:schemeClr val="dk2"/>
                </a:solidFill>
                <a:latin typeface="Libre Franklin"/>
                <a:ea typeface="Libre Franklin"/>
                <a:cs typeface="Libre Franklin"/>
                <a:sym typeface="Libre Franklin"/>
              </a:defRPr>
            </a:lvl4pPr>
            <a:lvl5pPr lvl="4" algn="ctr">
              <a:lnSpc>
                <a:spcPct val="80000"/>
              </a:lnSpc>
              <a:spcBef>
                <a:spcPts val="0"/>
              </a:spcBef>
              <a:spcAft>
                <a:spcPts val="0"/>
              </a:spcAft>
              <a:buClr>
                <a:schemeClr val="dk2"/>
              </a:buClr>
              <a:buSzPts val="800"/>
              <a:buFont typeface="Libre Franklin"/>
              <a:buNone/>
              <a:defRPr b="1" sz="800">
                <a:solidFill>
                  <a:schemeClr val="dk2"/>
                </a:solidFill>
                <a:latin typeface="Libre Franklin"/>
                <a:ea typeface="Libre Franklin"/>
                <a:cs typeface="Libre Franklin"/>
                <a:sym typeface="Libre Franklin"/>
              </a:defRPr>
            </a:lvl5pPr>
            <a:lvl6pPr lvl="5" algn="ctr">
              <a:lnSpc>
                <a:spcPct val="80000"/>
              </a:lnSpc>
              <a:spcBef>
                <a:spcPts val="0"/>
              </a:spcBef>
              <a:spcAft>
                <a:spcPts val="0"/>
              </a:spcAft>
              <a:buClr>
                <a:schemeClr val="dk2"/>
              </a:buClr>
              <a:buSzPts val="800"/>
              <a:buFont typeface="Libre Franklin"/>
              <a:buNone/>
              <a:defRPr b="1" sz="800">
                <a:solidFill>
                  <a:schemeClr val="dk2"/>
                </a:solidFill>
                <a:latin typeface="Libre Franklin"/>
                <a:ea typeface="Libre Franklin"/>
                <a:cs typeface="Libre Franklin"/>
                <a:sym typeface="Libre Franklin"/>
              </a:defRPr>
            </a:lvl6pPr>
            <a:lvl7pPr lvl="6" algn="ctr">
              <a:lnSpc>
                <a:spcPct val="80000"/>
              </a:lnSpc>
              <a:spcBef>
                <a:spcPts val="0"/>
              </a:spcBef>
              <a:spcAft>
                <a:spcPts val="0"/>
              </a:spcAft>
              <a:buClr>
                <a:schemeClr val="dk2"/>
              </a:buClr>
              <a:buSzPts val="800"/>
              <a:buFont typeface="Libre Franklin"/>
              <a:buNone/>
              <a:defRPr b="1" sz="800">
                <a:solidFill>
                  <a:schemeClr val="dk2"/>
                </a:solidFill>
                <a:latin typeface="Libre Franklin"/>
                <a:ea typeface="Libre Franklin"/>
                <a:cs typeface="Libre Franklin"/>
                <a:sym typeface="Libre Franklin"/>
              </a:defRPr>
            </a:lvl7pPr>
            <a:lvl8pPr lvl="7" algn="ctr">
              <a:lnSpc>
                <a:spcPct val="80000"/>
              </a:lnSpc>
              <a:spcBef>
                <a:spcPts val="0"/>
              </a:spcBef>
              <a:spcAft>
                <a:spcPts val="0"/>
              </a:spcAft>
              <a:buClr>
                <a:schemeClr val="dk2"/>
              </a:buClr>
              <a:buSzPts val="800"/>
              <a:buFont typeface="Libre Franklin"/>
              <a:buNone/>
              <a:defRPr b="1" sz="800">
                <a:solidFill>
                  <a:schemeClr val="dk2"/>
                </a:solidFill>
                <a:latin typeface="Libre Franklin"/>
                <a:ea typeface="Libre Franklin"/>
                <a:cs typeface="Libre Franklin"/>
                <a:sym typeface="Libre Franklin"/>
              </a:defRPr>
            </a:lvl8pPr>
            <a:lvl9pPr lvl="8" algn="ctr">
              <a:lnSpc>
                <a:spcPct val="80000"/>
              </a:lnSpc>
              <a:spcBef>
                <a:spcPts val="0"/>
              </a:spcBef>
              <a:spcAft>
                <a:spcPts val="0"/>
              </a:spcAft>
              <a:buClr>
                <a:schemeClr val="dk2"/>
              </a:buClr>
              <a:buSzPts val="800"/>
              <a:buFont typeface="Libre Franklin"/>
              <a:buNone/>
              <a:defRPr b="1" sz="800">
                <a:solidFill>
                  <a:schemeClr val="dk2"/>
                </a:solidFill>
                <a:latin typeface="Libre Franklin"/>
                <a:ea typeface="Libre Franklin"/>
                <a:cs typeface="Libre Franklin"/>
                <a:sym typeface="Libre Franklin"/>
              </a:defRPr>
            </a:lvl9pPr>
          </a:lstStyle>
          <a:p/>
        </p:txBody>
      </p:sp>
      <p:sp>
        <p:nvSpPr>
          <p:cNvPr id="63" name="Google Shape;63;p10"/>
          <p:cNvSpPr txBox="1"/>
          <p:nvPr>
            <p:ph idx="1" type="body"/>
          </p:nvPr>
        </p:nvSpPr>
        <p:spPr>
          <a:xfrm>
            <a:off x="435425" y="2823325"/>
            <a:ext cx="4054800" cy="1502400"/>
          </a:xfrm>
          <a:prstGeom prst="rect">
            <a:avLst/>
          </a:prstGeom>
        </p:spPr>
        <p:txBody>
          <a:bodyPr anchorCtr="0" anchor="t" bIns="0" lIns="0" spcFirstLastPara="1" rIns="0" wrap="square" tIns="0">
            <a:normAutofit/>
          </a:bodyPr>
          <a:lstStyle>
            <a:lvl1pPr indent="-285750" lvl="0" marL="457200">
              <a:spcBef>
                <a:spcPts val="0"/>
              </a:spcBef>
              <a:spcAft>
                <a:spcPts val="0"/>
              </a:spcAft>
              <a:buClr>
                <a:schemeClr val="dk2"/>
              </a:buClr>
              <a:buSzPts val="900"/>
              <a:buFont typeface="Libre Franklin"/>
              <a:buChar char="●"/>
              <a:defRPr sz="900">
                <a:solidFill>
                  <a:schemeClr val="dk2"/>
                </a:solidFill>
                <a:latin typeface="Libre Franklin"/>
                <a:ea typeface="Libre Franklin"/>
                <a:cs typeface="Libre Franklin"/>
                <a:sym typeface="Libre Franklin"/>
              </a:defRPr>
            </a:lvl1pPr>
            <a:lvl2pPr indent="-285750" lvl="1" marL="914400">
              <a:spcBef>
                <a:spcPts val="0"/>
              </a:spcBef>
              <a:spcAft>
                <a:spcPts val="0"/>
              </a:spcAft>
              <a:buClr>
                <a:schemeClr val="dk2"/>
              </a:buClr>
              <a:buSzPts val="900"/>
              <a:buChar char="○"/>
              <a:defRPr sz="900">
                <a:solidFill>
                  <a:schemeClr val="dk2"/>
                </a:solidFill>
              </a:defRPr>
            </a:lvl2pPr>
            <a:lvl3pPr indent="-285750" lvl="2" marL="1371600">
              <a:spcBef>
                <a:spcPts val="0"/>
              </a:spcBef>
              <a:spcAft>
                <a:spcPts val="0"/>
              </a:spcAft>
              <a:buClr>
                <a:schemeClr val="dk2"/>
              </a:buClr>
              <a:buSzPts val="900"/>
              <a:buChar char="■"/>
              <a:defRPr sz="900">
                <a:solidFill>
                  <a:schemeClr val="dk2"/>
                </a:solidFill>
              </a:defRPr>
            </a:lvl3pPr>
            <a:lvl4pPr indent="-285750" lvl="3" marL="1828800">
              <a:spcBef>
                <a:spcPts val="0"/>
              </a:spcBef>
              <a:spcAft>
                <a:spcPts val="0"/>
              </a:spcAft>
              <a:buClr>
                <a:schemeClr val="dk2"/>
              </a:buClr>
              <a:buSzPts val="900"/>
              <a:buChar char="●"/>
              <a:defRPr sz="900">
                <a:solidFill>
                  <a:schemeClr val="dk2"/>
                </a:solidFill>
              </a:defRPr>
            </a:lvl4pPr>
            <a:lvl5pPr indent="-285750" lvl="4" marL="2286000">
              <a:spcBef>
                <a:spcPts val="0"/>
              </a:spcBef>
              <a:spcAft>
                <a:spcPts val="0"/>
              </a:spcAft>
              <a:buClr>
                <a:schemeClr val="dk2"/>
              </a:buClr>
              <a:buSzPts val="900"/>
              <a:buChar char="○"/>
              <a:defRPr sz="900">
                <a:solidFill>
                  <a:schemeClr val="dk2"/>
                </a:solidFill>
              </a:defRPr>
            </a:lvl5pPr>
            <a:lvl6pPr indent="-285750" lvl="5" marL="2743200">
              <a:spcBef>
                <a:spcPts val="0"/>
              </a:spcBef>
              <a:spcAft>
                <a:spcPts val="0"/>
              </a:spcAft>
              <a:buClr>
                <a:schemeClr val="dk2"/>
              </a:buClr>
              <a:buSzPts val="900"/>
              <a:buFont typeface="Libre Franklin"/>
              <a:buChar char="■"/>
              <a:defRPr sz="900">
                <a:solidFill>
                  <a:schemeClr val="dk2"/>
                </a:solidFill>
                <a:latin typeface="Libre Franklin"/>
                <a:ea typeface="Libre Franklin"/>
                <a:cs typeface="Libre Franklin"/>
                <a:sym typeface="Libre Franklin"/>
              </a:defRPr>
            </a:lvl6pPr>
            <a:lvl7pPr indent="-285750" lvl="6" marL="3200400">
              <a:spcBef>
                <a:spcPts val="0"/>
              </a:spcBef>
              <a:spcAft>
                <a:spcPts val="0"/>
              </a:spcAft>
              <a:buClr>
                <a:schemeClr val="dk2"/>
              </a:buClr>
              <a:buSzPts val="900"/>
              <a:buFont typeface="Libre Franklin"/>
              <a:buChar char="●"/>
              <a:defRPr sz="900">
                <a:solidFill>
                  <a:schemeClr val="dk2"/>
                </a:solidFill>
                <a:latin typeface="Libre Franklin"/>
                <a:ea typeface="Libre Franklin"/>
                <a:cs typeface="Libre Franklin"/>
                <a:sym typeface="Libre Franklin"/>
              </a:defRPr>
            </a:lvl7pPr>
            <a:lvl8pPr indent="-285750" lvl="7" marL="3657600">
              <a:spcBef>
                <a:spcPts val="0"/>
              </a:spcBef>
              <a:spcAft>
                <a:spcPts val="0"/>
              </a:spcAft>
              <a:buClr>
                <a:schemeClr val="dk2"/>
              </a:buClr>
              <a:buSzPts val="900"/>
              <a:buFont typeface="Libre Franklin"/>
              <a:buChar char="○"/>
              <a:defRPr sz="900">
                <a:solidFill>
                  <a:schemeClr val="dk2"/>
                </a:solidFill>
                <a:latin typeface="Libre Franklin"/>
                <a:ea typeface="Libre Franklin"/>
                <a:cs typeface="Libre Franklin"/>
                <a:sym typeface="Libre Franklin"/>
              </a:defRPr>
            </a:lvl8pPr>
            <a:lvl9pPr indent="-285750" lvl="8" marL="4114800">
              <a:spcBef>
                <a:spcPts val="0"/>
              </a:spcBef>
              <a:spcAft>
                <a:spcPts val="0"/>
              </a:spcAft>
              <a:buClr>
                <a:schemeClr val="dk2"/>
              </a:buClr>
              <a:buSzPts val="900"/>
              <a:buFont typeface="Libre Franklin"/>
              <a:buChar char="■"/>
              <a:defRPr sz="900">
                <a:solidFill>
                  <a:schemeClr val="dk2"/>
                </a:solidFill>
                <a:latin typeface="Libre Franklin"/>
                <a:ea typeface="Libre Franklin"/>
                <a:cs typeface="Libre Franklin"/>
                <a:sym typeface="Libre Franklin"/>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4 Long Copy Dark">
  <p:cSld name="TITLE_AND_BODY_1_2_1_2_1_1_3">
    <p:bg>
      <p:bgPr>
        <a:solidFill>
          <a:schemeClr val="dk1"/>
        </a:solidFill>
      </p:bgPr>
    </p:bg>
    <p:spTree>
      <p:nvGrpSpPr>
        <p:cNvPr id="64" name="Shape 64"/>
        <p:cNvGrpSpPr/>
        <p:nvPr/>
      </p:nvGrpSpPr>
      <p:grpSpPr>
        <a:xfrm>
          <a:off x="0" y="0"/>
          <a:ext cx="0" cy="0"/>
          <a:chOff x="0" y="0"/>
          <a:chExt cx="0" cy="0"/>
        </a:xfrm>
      </p:grpSpPr>
      <p:pic>
        <p:nvPicPr>
          <p:cNvPr id="65" name="Google Shape;65;p11"/>
          <p:cNvPicPr preferRelativeResize="0"/>
          <p:nvPr/>
        </p:nvPicPr>
        <p:blipFill>
          <a:blip r:embed="rId2">
            <a:alphaModFix/>
          </a:blip>
          <a:stretch>
            <a:fillRect/>
          </a:stretch>
        </p:blipFill>
        <p:spPr>
          <a:xfrm>
            <a:off x="8635623" y="4701951"/>
            <a:ext cx="189825" cy="319500"/>
          </a:xfrm>
          <a:prstGeom prst="rect">
            <a:avLst/>
          </a:prstGeom>
          <a:noFill/>
          <a:ln>
            <a:noFill/>
          </a:ln>
        </p:spPr>
      </p:pic>
      <p:pic>
        <p:nvPicPr>
          <p:cNvPr id="66" name="Google Shape;66;p11"/>
          <p:cNvPicPr preferRelativeResize="0"/>
          <p:nvPr/>
        </p:nvPicPr>
        <p:blipFill>
          <a:blip r:embed="rId3">
            <a:alphaModFix/>
          </a:blip>
          <a:stretch>
            <a:fillRect/>
          </a:stretch>
        </p:blipFill>
        <p:spPr>
          <a:xfrm>
            <a:off x="8635624" y="171249"/>
            <a:ext cx="189825" cy="193946"/>
          </a:xfrm>
          <a:prstGeom prst="rect">
            <a:avLst/>
          </a:prstGeom>
          <a:noFill/>
          <a:ln>
            <a:noFill/>
          </a:ln>
        </p:spPr>
      </p:pic>
      <p:pic>
        <p:nvPicPr>
          <p:cNvPr id="67" name="Google Shape;67;p11"/>
          <p:cNvPicPr preferRelativeResize="0"/>
          <p:nvPr/>
        </p:nvPicPr>
        <p:blipFill>
          <a:blip r:embed="rId4">
            <a:alphaModFix/>
          </a:blip>
          <a:stretch>
            <a:fillRect/>
          </a:stretch>
        </p:blipFill>
        <p:spPr>
          <a:xfrm>
            <a:off x="8635625" y="4701952"/>
            <a:ext cx="189825" cy="319515"/>
          </a:xfrm>
          <a:prstGeom prst="rect">
            <a:avLst/>
          </a:prstGeom>
          <a:noFill/>
          <a:ln>
            <a:noFill/>
          </a:ln>
        </p:spPr>
      </p:pic>
      <p:sp>
        <p:nvSpPr>
          <p:cNvPr id="68" name="Google Shape;68;p11"/>
          <p:cNvSpPr txBox="1"/>
          <p:nvPr>
            <p:ph type="ctrTitle"/>
          </p:nvPr>
        </p:nvSpPr>
        <p:spPr>
          <a:xfrm>
            <a:off x="435425" y="432975"/>
            <a:ext cx="4054800" cy="417600"/>
          </a:xfrm>
          <a:prstGeom prst="rect">
            <a:avLst/>
          </a:prstGeom>
          <a:noFill/>
          <a:ln>
            <a:noFill/>
          </a:ln>
        </p:spPr>
        <p:txBody>
          <a:bodyPr anchorCtr="0" anchor="t" bIns="0" lIns="0" spcFirstLastPara="1" rIns="0" wrap="square" tIns="0">
            <a:spAutoFit/>
          </a:bodyPr>
          <a:lstStyle>
            <a:lvl1pPr lvl="0">
              <a:lnSpc>
                <a:spcPct val="80000"/>
              </a:lnSpc>
              <a:spcBef>
                <a:spcPts val="0"/>
              </a:spcBef>
              <a:spcAft>
                <a:spcPts val="0"/>
              </a:spcAft>
              <a:buClr>
                <a:srgbClr val="FFFFFF"/>
              </a:buClr>
              <a:buSzPts val="3000"/>
              <a:buFont typeface="Instrument Serif"/>
              <a:buNone/>
              <a:defRPr b="0" sz="3000">
                <a:solidFill>
                  <a:srgbClr val="FFFFFF"/>
                </a:solidFill>
                <a:latin typeface="Instrument Serif"/>
                <a:ea typeface="Instrument Serif"/>
                <a:cs typeface="Instrument Serif"/>
                <a:sym typeface="Instrument Serif"/>
              </a:defRPr>
            </a:lvl1pPr>
            <a:lvl2pPr lvl="1" algn="ctr">
              <a:lnSpc>
                <a:spcPct val="80000"/>
              </a:lnSpc>
              <a:spcBef>
                <a:spcPts val="0"/>
              </a:spcBef>
              <a:spcAft>
                <a:spcPts val="0"/>
              </a:spcAft>
              <a:buClr>
                <a:srgbClr val="FFFFFF"/>
              </a:buClr>
              <a:buSzPts val="6000"/>
              <a:buFont typeface="Libre Franklin"/>
              <a:buNone/>
              <a:defRPr b="1" sz="6000">
                <a:solidFill>
                  <a:srgbClr val="FFFFFF"/>
                </a:solidFill>
                <a:latin typeface="Libre Franklin"/>
                <a:ea typeface="Libre Franklin"/>
                <a:cs typeface="Libre Franklin"/>
                <a:sym typeface="Libre Franklin"/>
              </a:defRPr>
            </a:lvl2pPr>
            <a:lvl3pPr lvl="2" algn="ctr">
              <a:lnSpc>
                <a:spcPct val="80000"/>
              </a:lnSpc>
              <a:spcBef>
                <a:spcPts val="0"/>
              </a:spcBef>
              <a:spcAft>
                <a:spcPts val="0"/>
              </a:spcAft>
              <a:buClr>
                <a:srgbClr val="FFFFFF"/>
              </a:buClr>
              <a:buSzPts val="6000"/>
              <a:buFont typeface="Libre Franklin"/>
              <a:buNone/>
              <a:defRPr b="1" sz="6000">
                <a:solidFill>
                  <a:srgbClr val="FFFFFF"/>
                </a:solidFill>
                <a:latin typeface="Libre Franklin"/>
                <a:ea typeface="Libre Franklin"/>
                <a:cs typeface="Libre Franklin"/>
                <a:sym typeface="Libre Franklin"/>
              </a:defRPr>
            </a:lvl3pPr>
            <a:lvl4pPr lvl="3" algn="ctr">
              <a:lnSpc>
                <a:spcPct val="80000"/>
              </a:lnSpc>
              <a:spcBef>
                <a:spcPts val="0"/>
              </a:spcBef>
              <a:spcAft>
                <a:spcPts val="0"/>
              </a:spcAft>
              <a:buClr>
                <a:srgbClr val="FFFFFF"/>
              </a:buClr>
              <a:buSzPts val="6000"/>
              <a:buFont typeface="Libre Franklin"/>
              <a:buNone/>
              <a:defRPr b="1" sz="6000">
                <a:solidFill>
                  <a:srgbClr val="FFFFFF"/>
                </a:solidFill>
                <a:latin typeface="Libre Franklin"/>
                <a:ea typeface="Libre Franklin"/>
                <a:cs typeface="Libre Franklin"/>
                <a:sym typeface="Libre Franklin"/>
              </a:defRPr>
            </a:lvl4pPr>
            <a:lvl5pPr lvl="4" algn="ctr">
              <a:lnSpc>
                <a:spcPct val="80000"/>
              </a:lnSpc>
              <a:spcBef>
                <a:spcPts val="0"/>
              </a:spcBef>
              <a:spcAft>
                <a:spcPts val="0"/>
              </a:spcAft>
              <a:buClr>
                <a:srgbClr val="FFFFFF"/>
              </a:buClr>
              <a:buSzPts val="6000"/>
              <a:buFont typeface="Libre Franklin"/>
              <a:buNone/>
              <a:defRPr b="1" sz="6000">
                <a:solidFill>
                  <a:srgbClr val="FFFFFF"/>
                </a:solidFill>
                <a:latin typeface="Libre Franklin"/>
                <a:ea typeface="Libre Franklin"/>
                <a:cs typeface="Libre Franklin"/>
                <a:sym typeface="Libre Franklin"/>
              </a:defRPr>
            </a:lvl5pPr>
            <a:lvl6pPr lvl="5" algn="ctr">
              <a:lnSpc>
                <a:spcPct val="80000"/>
              </a:lnSpc>
              <a:spcBef>
                <a:spcPts val="0"/>
              </a:spcBef>
              <a:spcAft>
                <a:spcPts val="0"/>
              </a:spcAft>
              <a:buClr>
                <a:srgbClr val="FFFFFF"/>
              </a:buClr>
              <a:buSzPts val="6000"/>
              <a:buFont typeface="Libre Franklin"/>
              <a:buNone/>
              <a:defRPr b="1" sz="6000">
                <a:solidFill>
                  <a:srgbClr val="FFFFFF"/>
                </a:solidFill>
                <a:latin typeface="Libre Franklin"/>
                <a:ea typeface="Libre Franklin"/>
                <a:cs typeface="Libre Franklin"/>
                <a:sym typeface="Libre Franklin"/>
              </a:defRPr>
            </a:lvl6pPr>
            <a:lvl7pPr lvl="6" algn="ctr">
              <a:lnSpc>
                <a:spcPct val="80000"/>
              </a:lnSpc>
              <a:spcBef>
                <a:spcPts val="0"/>
              </a:spcBef>
              <a:spcAft>
                <a:spcPts val="0"/>
              </a:spcAft>
              <a:buClr>
                <a:srgbClr val="FFFFFF"/>
              </a:buClr>
              <a:buSzPts val="6000"/>
              <a:buFont typeface="Libre Franklin"/>
              <a:buNone/>
              <a:defRPr b="1" sz="6000">
                <a:solidFill>
                  <a:srgbClr val="FFFFFF"/>
                </a:solidFill>
                <a:latin typeface="Libre Franklin"/>
                <a:ea typeface="Libre Franklin"/>
                <a:cs typeface="Libre Franklin"/>
                <a:sym typeface="Libre Franklin"/>
              </a:defRPr>
            </a:lvl7pPr>
            <a:lvl8pPr lvl="7" algn="ctr">
              <a:lnSpc>
                <a:spcPct val="80000"/>
              </a:lnSpc>
              <a:spcBef>
                <a:spcPts val="0"/>
              </a:spcBef>
              <a:spcAft>
                <a:spcPts val="0"/>
              </a:spcAft>
              <a:buClr>
                <a:srgbClr val="FFFFFF"/>
              </a:buClr>
              <a:buSzPts val="6000"/>
              <a:buFont typeface="Libre Franklin"/>
              <a:buNone/>
              <a:defRPr b="1" sz="6000">
                <a:solidFill>
                  <a:srgbClr val="FFFFFF"/>
                </a:solidFill>
                <a:latin typeface="Libre Franklin"/>
                <a:ea typeface="Libre Franklin"/>
                <a:cs typeface="Libre Franklin"/>
                <a:sym typeface="Libre Franklin"/>
              </a:defRPr>
            </a:lvl8pPr>
            <a:lvl9pPr lvl="8" algn="ctr">
              <a:lnSpc>
                <a:spcPct val="80000"/>
              </a:lnSpc>
              <a:spcBef>
                <a:spcPts val="0"/>
              </a:spcBef>
              <a:spcAft>
                <a:spcPts val="0"/>
              </a:spcAft>
              <a:buClr>
                <a:srgbClr val="FFFFFF"/>
              </a:buClr>
              <a:buSzPts val="6000"/>
              <a:buFont typeface="Libre Franklin"/>
              <a:buNone/>
              <a:defRPr b="1" sz="6000">
                <a:solidFill>
                  <a:srgbClr val="FFFFFF"/>
                </a:solidFill>
                <a:latin typeface="Libre Franklin"/>
                <a:ea typeface="Libre Franklin"/>
                <a:cs typeface="Libre Franklin"/>
                <a:sym typeface="Libre Franklin"/>
              </a:defRPr>
            </a:lvl9pPr>
          </a:lstStyle>
          <a:p/>
        </p:txBody>
      </p:sp>
      <p:sp>
        <p:nvSpPr>
          <p:cNvPr id="69" name="Google Shape;69;p11"/>
          <p:cNvSpPr txBox="1"/>
          <p:nvPr>
            <p:ph idx="1" type="body"/>
          </p:nvPr>
        </p:nvSpPr>
        <p:spPr>
          <a:xfrm>
            <a:off x="435425" y="1503313"/>
            <a:ext cx="4054800" cy="2351100"/>
          </a:xfrm>
          <a:prstGeom prst="rect">
            <a:avLst/>
          </a:prstGeom>
          <a:noFill/>
        </p:spPr>
        <p:txBody>
          <a:bodyPr anchorCtr="0" anchor="t" bIns="0" lIns="0" spcFirstLastPara="1" rIns="0" wrap="square" tIns="0">
            <a:spAutoFit/>
          </a:bodyPr>
          <a:lstStyle>
            <a:lvl1pPr indent="-285750" lvl="0" marL="457200">
              <a:lnSpc>
                <a:spcPct val="115000"/>
              </a:lnSpc>
              <a:spcBef>
                <a:spcPts val="0"/>
              </a:spcBef>
              <a:spcAft>
                <a:spcPts val="0"/>
              </a:spcAft>
              <a:buClr>
                <a:srgbClr val="FFFFFF"/>
              </a:buClr>
              <a:buSzPts val="900"/>
              <a:buFont typeface="Libre Franklin"/>
              <a:buChar char="●"/>
              <a:defRPr sz="900">
                <a:solidFill>
                  <a:srgbClr val="FFFFFF"/>
                </a:solidFill>
                <a:latin typeface="Libre Franklin"/>
                <a:ea typeface="Libre Franklin"/>
                <a:cs typeface="Libre Franklin"/>
                <a:sym typeface="Libre Franklin"/>
              </a:defRPr>
            </a:lvl1pPr>
            <a:lvl2pPr indent="-285750" lvl="1" marL="914400">
              <a:lnSpc>
                <a:spcPct val="115000"/>
              </a:lnSpc>
              <a:spcBef>
                <a:spcPts val="0"/>
              </a:spcBef>
              <a:spcAft>
                <a:spcPts val="0"/>
              </a:spcAft>
              <a:buClr>
                <a:srgbClr val="FFFFFF"/>
              </a:buClr>
              <a:buSzPts val="900"/>
              <a:buChar char="○"/>
              <a:defRPr sz="900">
                <a:solidFill>
                  <a:srgbClr val="FFFFFF"/>
                </a:solidFill>
              </a:defRPr>
            </a:lvl2pPr>
            <a:lvl3pPr indent="-285750" lvl="2" marL="1371600">
              <a:lnSpc>
                <a:spcPct val="115000"/>
              </a:lnSpc>
              <a:spcBef>
                <a:spcPts val="0"/>
              </a:spcBef>
              <a:spcAft>
                <a:spcPts val="0"/>
              </a:spcAft>
              <a:buClr>
                <a:srgbClr val="FFFFFF"/>
              </a:buClr>
              <a:buSzPts val="900"/>
              <a:buChar char="■"/>
              <a:defRPr sz="900">
                <a:solidFill>
                  <a:srgbClr val="FFFFFF"/>
                </a:solidFill>
              </a:defRPr>
            </a:lvl3pPr>
            <a:lvl4pPr indent="-285750" lvl="3" marL="1828800">
              <a:lnSpc>
                <a:spcPct val="115000"/>
              </a:lnSpc>
              <a:spcBef>
                <a:spcPts val="0"/>
              </a:spcBef>
              <a:spcAft>
                <a:spcPts val="0"/>
              </a:spcAft>
              <a:buClr>
                <a:srgbClr val="FFFFFF"/>
              </a:buClr>
              <a:buSzPts val="900"/>
              <a:buChar char="●"/>
              <a:defRPr sz="900">
                <a:solidFill>
                  <a:srgbClr val="FFFFFF"/>
                </a:solidFill>
              </a:defRPr>
            </a:lvl4pPr>
            <a:lvl5pPr indent="-285750" lvl="4" marL="2286000">
              <a:lnSpc>
                <a:spcPct val="115000"/>
              </a:lnSpc>
              <a:spcBef>
                <a:spcPts val="0"/>
              </a:spcBef>
              <a:spcAft>
                <a:spcPts val="0"/>
              </a:spcAft>
              <a:buClr>
                <a:srgbClr val="FFFFFF"/>
              </a:buClr>
              <a:buSzPts val="900"/>
              <a:buChar char="○"/>
              <a:defRPr sz="900">
                <a:solidFill>
                  <a:srgbClr val="FFFFFF"/>
                </a:solidFill>
              </a:defRPr>
            </a:lvl5pPr>
            <a:lvl6pPr indent="-285750" lvl="5" marL="2743200">
              <a:lnSpc>
                <a:spcPct val="115000"/>
              </a:lnSpc>
              <a:spcBef>
                <a:spcPts val="0"/>
              </a:spcBef>
              <a:spcAft>
                <a:spcPts val="0"/>
              </a:spcAft>
              <a:buClr>
                <a:srgbClr val="FFFFFF"/>
              </a:buClr>
              <a:buSzPts val="900"/>
              <a:buFont typeface="Libre Franklin"/>
              <a:buChar char="■"/>
              <a:defRPr sz="900">
                <a:solidFill>
                  <a:srgbClr val="FFFFFF"/>
                </a:solidFill>
                <a:latin typeface="Libre Franklin"/>
                <a:ea typeface="Libre Franklin"/>
                <a:cs typeface="Libre Franklin"/>
                <a:sym typeface="Libre Franklin"/>
              </a:defRPr>
            </a:lvl6pPr>
            <a:lvl7pPr indent="-285750" lvl="6" marL="3200400">
              <a:lnSpc>
                <a:spcPct val="115000"/>
              </a:lnSpc>
              <a:spcBef>
                <a:spcPts val="0"/>
              </a:spcBef>
              <a:spcAft>
                <a:spcPts val="0"/>
              </a:spcAft>
              <a:buClr>
                <a:srgbClr val="FFFFFF"/>
              </a:buClr>
              <a:buSzPts val="900"/>
              <a:buFont typeface="Libre Franklin"/>
              <a:buChar char="●"/>
              <a:defRPr sz="900">
                <a:solidFill>
                  <a:srgbClr val="FFFFFF"/>
                </a:solidFill>
                <a:latin typeface="Libre Franklin"/>
                <a:ea typeface="Libre Franklin"/>
                <a:cs typeface="Libre Franklin"/>
                <a:sym typeface="Libre Franklin"/>
              </a:defRPr>
            </a:lvl7pPr>
            <a:lvl8pPr indent="-285750" lvl="7" marL="3657600">
              <a:lnSpc>
                <a:spcPct val="115000"/>
              </a:lnSpc>
              <a:spcBef>
                <a:spcPts val="0"/>
              </a:spcBef>
              <a:spcAft>
                <a:spcPts val="0"/>
              </a:spcAft>
              <a:buClr>
                <a:srgbClr val="FFFFFF"/>
              </a:buClr>
              <a:buSzPts val="900"/>
              <a:buFont typeface="Libre Franklin"/>
              <a:buChar char="○"/>
              <a:defRPr sz="900">
                <a:solidFill>
                  <a:srgbClr val="FFFFFF"/>
                </a:solidFill>
                <a:latin typeface="Libre Franklin"/>
                <a:ea typeface="Libre Franklin"/>
                <a:cs typeface="Libre Franklin"/>
                <a:sym typeface="Libre Franklin"/>
              </a:defRPr>
            </a:lvl8pPr>
            <a:lvl9pPr indent="-285750" lvl="8" marL="4114800">
              <a:lnSpc>
                <a:spcPct val="115000"/>
              </a:lnSpc>
              <a:spcBef>
                <a:spcPts val="0"/>
              </a:spcBef>
              <a:spcAft>
                <a:spcPts val="0"/>
              </a:spcAft>
              <a:buClr>
                <a:srgbClr val="FFFFFF"/>
              </a:buClr>
              <a:buSzPts val="900"/>
              <a:buFont typeface="Libre Franklin"/>
              <a:buChar char="■"/>
              <a:defRPr sz="900">
                <a:solidFill>
                  <a:srgbClr val="FFFFFF"/>
                </a:solidFill>
                <a:latin typeface="Libre Franklin"/>
                <a:ea typeface="Libre Franklin"/>
                <a:cs typeface="Libre Franklin"/>
                <a:sym typeface="Libre Franklin"/>
              </a:defRPr>
            </a:lvl9pPr>
          </a:lstStyle>
          <a:p/>
        </p:txBody>
      </p:sp>
      <p:sp>
        <p:nvSpPr>
          <p:cNvPr id="70" name="Google Shape;70;p11"/>
          <p:cNvSpPr txBox="1"/>
          <p:nvPr>
            <p:ph idx="2" type="ctrTitle"/>
          </p:nvPr>
        </p:nvSpPr>
        <p:spPr>
          <a:xfrm>
            <a:off x="435425" y="173175"/>
            <a:ext cx="4054800" cy="104700"/>
          </a:xfrm>
          <a:prstGeom prst="rect">
            <a:avLst/>
          </a:prstGeom>
          <a:noFill/>
          <a:ln>
            <a:noFill/>
          </a:ln>
        </p:spPr>
        <p:txBody>
          <a:bodyPr anchorCtr="0" anchor="t" bIns="0" lIns="0" spcFirstLastPara="1" rIns="0" wrap="square" tIns="0">
            <a:spAutoFit/>
          </a:bodyPr>
          <a:lstStyle>
            <a:lvl1pPr lvl="0">
              <a:lnSpc>
                <a:spcPct val="80000"/>
              </a:lnSpc>
              <a:spcBef>
                <a:spcPts val="0"/>
              </a:spcBef>
              <a:spcAft>
                <a:spcPts val="0"/>
              </a:spcAft>
              <a:buClr>
                <a:srgbClr val="FFFFFF"/>
              </a:buClr>
              <a:buSzPts val="800"/>
              <a:buFont typeface="DM Mono"/>
              <a:buNone/>
              <a:defRPr b="0" sz="800">
                <a:solidFill>
                  <a:srgbClr val="FFFFFF"/>
                </a:solidFill>
                <a:latin typeface="DM Mono"/>
                <a:ea typeface="DM Mono"/>
                <a:cs typeface="DM Mono"/>
                <a:sym typeface="DM Mono"/>
              </a:defRPr>
            </a:lvl1pPr>
            <a:lvl2pPr lvl="1"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2pPr>
            <a:lvl3pPr lvl="2"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3pPr>
            <a:lvl4pPr lvl="3"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4pPr>
            <a:lvl5pPr lvl="4"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5pPr>
            <a:lvl6pPr lvl="5"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6pPr>
            <a:lvl7pPr lvl="6"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7pPr>
            <a:lvl8pPr lvl="7"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8pPr>
            <a:lvl9pPr lvl="8"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9pPr>
          </a:lstStyle>
          <a:p/>
        </p:txBody>
      </p:sp>
      <p:sp>
        <p:nvSpPr>
          <p:cNvPr id="71" name="Google Shape;71;p11"/>
          <p:cNvSpPr txBox="1"/>
          <p:nvPr/>
        </p:nvSpPr>
        <p:spPr>
          <a:xfrm>
            <a:off x="6734425" y="4959978"/>
            <a:ext cx="1747800" cy="61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400">
                <a:solidFill>
                  <a:srgbClr val="FFFFFF"/>
                </a:solidFill>
                <a:latin typeface="DM Mono"/>
                <a:ea typeface="DM Mono"/>
                <a:cs typeface="DM Mono"/>
                <a:sym typeface="DM Mono"/>
              </a:rPr>
              <a:t>©</a:t>
            </a:r>
            <a:r>
              <a:rPr lang="en-GB" sz="400">
                <a:solidFill>
                  <a:srgbClr val="FFFFFF"/>
                </a:solidFill>
                <a:latin typeface="DM Mono"/>
                <a:ea typeface="DM Mono"/>
                <a:cs typeface="DM Mono"/>
                <a:sym typeface="DM Mono"/>
              </a:rPr>
              <a:t>2026</a:t>
            </a:r>
            <a:r>
              <a:rPr lang="en-GB" sz="400">
                <a:solidFill>
                  <a:srgbClr val="FFFFFF"/>
                </a:solidFill>
                <a:latin typeface="DM Mono"/>
                <a:ea typeface="DM Mono"/>
                <a:cs typeface="DM Mono"/>
                <a:sym typeface="DM Mono"/>
              </a:rPr>
              <a:t> COCOGUN. ALL RIGHTS RESERVED.</a:t>
            </a:r>
            <a:endParaRPr sz="400">
              <a:solidFill>
                <a:srgbClr val="FFFFFF"/>
              </a:solidFill>
              <a:latin typeface="DM Mono"/>
              <a:ea typeface="DM Mono"/>
              <a:cs typeface="DM Mono"/>
              <a:sym typeface="DM Mon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7 No Copy Dark">
  <p:cSld name="TITLE_AND_BODY_1_2_1_2_1_1">
    <p:bg>
      <p:bgPr>
        <a:solidFill>
          <a:schemeClr val="dk1"/>
        </a:solidFill>
      </p:bgPr>
    </p:bg>
    <p:spTree>
      <p:nvGrpSpPr>
        <p:cNvPr id="72" name="Shape 72"/>
        <p:cNvGrpSpPr/>
        <p:nvPr/>
      </p:nvGrpSpPr>
      <p:grpSpPr>
        <a:xfrm>
          <a:off x="0" y="0"/>
          <a:ext cx="0" cy="0"/>
          <a:chOff x="0" y="0"/>
          <a:chExt cx="0" cy="0"/>
        </a:xfrm>
      </p:grpSpPr>
      <p:pic>
        <p:nvPicPr>
          <p:cNvPr id="73" name="Google Shape;73;p12"/>
          <p:cNvPicPr preferRelativeResize="0"/>
          <p:nvPr/>
        </p:nvPicPr>
        <p:blipFill>
          <a:blip r:embed="rId2">
            <a:alphaModFix/>
          </a:blip>
          <a:stretch>
            <a:fillRect/>
          </a:stretch>
        </p:blipFill>
        <p:spPr>
          <a:xfrm>
            <a:off x="8635623" y="4701951"/>
            <a:ext cx="189825" cy="319500"/>
          </a:xfrm>
          <a:prstGeom prst="rect">
            <a:avLst/>
          </a:prstGeom>
          <a:noFill/>
          <a:ln>
            <a:noFill/>
          </a:ln>
        </p:spPr>
      </p:pic>
      <p:pic>
        <p:nvPicPr>
          <p:cNvPr id="74" name="Google Shape;74;p12"/>
          <p:cNvPicPr preferRelativeResize="0"/>
          <p:nvPr/>
        </p:nvPicPr>
        <p:blipFill>
          <a:blip r:embed="rId3">
            <a:alphaModFix/>
          </a:blip>
          <a:stretch>
            <a:fillRect/>
          </a:stretch>
        </p:blipFill>
        <p:spPr>
          <a:xfrm>
            <a:off x="8635624" y="171249"/>
            <a:ext cx="189825" cy="193946"/>
          </a:xfrm>
          <a:prstGeom prst="rect">
            <a:avLst/>
          </a:prstGeom>
          <a:noFill/>
          <a:ln>
            <a:noFill/>
          </a:ln>
        </p:spPr>
      </p:pic>
      <p:pic>
        <p:nvPicPr>
          <p:cNvPr id="75" name="Google Shape;75;p12"/>
          <p:cNvPicPr preferRelativeResize="0"/>
          <p:nvPr/>
        </p:nvPicPr>
        <p:blipFill>
          <a:blip r:embed="rId4">
            <a:alphaModFix/>
          </a:blip>
          <a:stretch>
            <a:fillRect/>
          </a:stretch>
        </p:blipFill>
        <p:spPr>
          <a:xfrm>
            <a:off x="8635625" y="4701952"/>
            <a:ext cx="189825" cy="319515"/>
          </a:xfrm>
          <a:prstGeom prst="rect">
            <a:avLst/>
          </a:prstGeom>
          <a:noFill/>
          <a:ln>
            <a:noFill/>
          </a:ln>
        </p:spPr>
      </p:pic>
      <p:sp>
        <p:nvSpPr>
          <p:cNvPr id="76" name="Google Shape;76;p12"/>
          <p:cNvSpPr txBox="1"/>
          <p:nvPr>
            <p:ph type="ctrTitle"/>
          </p:nvPr>
        </p:nvSpPr>
        <p:spPr>
          <a:xfrm>
            <a:off x="435425" y="173175"/>
            <a:ext cx="4054800" cy="104700"/>
          </a:xfrm>
          <a:prstGeom prst="rect">
            <a:avLst/>
          </a:prstGeom>
          <a:noFill/>
          <a:ln>
            <a:noFill/>
          </a:ln>
        </p:spPr>
        <p:txBody>
          <a:bodyPr anchorCtr="0" anchor="t" bIns="0" lIns="0" spcFirstLastPara="1" rIns="0" wrap="square" tIns="0">
            <a:spAutoFit/>
          </a:bodyPr>
          <a:lstStyle>
            <a:lvl1pPr lvl="0">
              <a:lnSpc>
                <a:spcPct val="80000"/>
              </a:lnSpc>
              <a:spcBef>
                <a:spcPts val="0"/>
              </a:spcBef>
              <a:spcAft>
                <a:spcPts val="0"/>
              </a:spcAft>
              <a:buClr>
                <a:srgbClr val="FFFFFF"/>
              </a:buClr>
              <a:buSzPts val="800"/>
              <a:buFont typeface="DM Mono"/>
              <a:buNone/>
              <a:defRPr b="0" sz="800">
                <a:solidFill>
                  <a:srgbClr val="FFFFFF"/>
                </a:solidFill>
                <a:latin typeface="DM Mono"/>
                <a:ea typeface="DM Mono"/>
                <a:cs typeface="DM Mono"/>
                <a:sym typeface="DM Mono"/>
              </a:defRPr>
            </a:lvl1pPr>
            <a:lvl2pPr lvl="1"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2pPr>
            <a:lvl3pPr lvl="2"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3pPr>
            <a:lvl4pPr lvl="3"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4pPr>
            <a:lvl5pPr lvl="4"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5pPr>
            <a:lvl6pPr lvl="5"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6pPr>
            <a:lvl7pPr lvl="6"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7pPr>
            <a:lvl8pPr lvl="7"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8pPr>
            <a:lvl9pPr lvl="8" algn="ctr">
              <a:lnSpc>
                <a:spcPct val="80000"/>
              </a:lnSpc>
              <a:spcBef>
                <a:spcPts val="0"/>
              </a:spcBef>
              <a:spcAft>
                <a:spcPts val="0"/>
              </a:spcAft>
              <a:buClr>
                <a:srgbClr val="FFFFFF"/>
              </a:buClr>
              <a:buSzPts val="800"/>
              <a:buFont typeface="Libre Franklin"/>
              <a:buNone/>
              <a:defRPr b="1" sz="800">
                <a:solidFill>
                  <a:srgbClr val="FFFFFF"/>
                </a:solidFill>
                <a:latin typeface="Libre Franklin"/>
                <a:ea typeface="Libre Franklin"/>
                <a:cs typeface="Libre Franklin"/>
                <a:sym typeface="Libre Franklin"/>
              </a:defRPr>
            </a:lvl9pPr>
          </a:lstStyle>
          <a:p/>
        </p:txBody>
      </p:sp>
      <p:sp>
        <p:nvSpPr>
          <p:cNvPr id="77" name="Google Shape;77;p12"/>
          <p:cNvSpPr txBox="1"/>
          <p:nvPr/>
        </p:nvSpPr>
        <p:spPr>
          <a:xfrm>
            <a:off x="6734425" y="4959978"/>
            <a:ext cx="1747800" cy="61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GB" sz="400">
                <a:solidFill>
                  <a:srgbClr val="FFFFFF"/>
                </a:solidFill>
                <a:latin typeface="DM Mono"/>
                <a:ea typeface="DM Mono"/>
                <a:cs typeface="DM Mono"/>
                <a:sym typeface="DM Mono"/>
              </a:rPr>
              <a:t>©</a:t>
            </a:r>
            <a:r>
              <a:rPr lang="en-GB" sz="400">
                <a:solidFill>
                  <a:srgbClr val="FFFFFF"/>
                </a:solidFill>
                <a:latin typeface="DM Mono"/>
                <a:ea typeface="DM Mono"/>
                <a:cs typeface="DM Mono"/>
                <a:sym typeface="DM Mono"/>
              </a:rPr>
              <a:t>2026</a:t>
            </a:r>
            <a:r>
              <a:rPr lang="en-GB" sz="400">
                <a:solidFill>
                  <a:srgbClr val="FFFFFF"/>
                </a:solidFill>
                <a:latin typeface="DM Mono"/>
                <a:ea typeface="DM Mono"/>
                <a:cs typeface="DM Mono"/>
                <a:sym typeface="DM Mono"/>
              </a:rPr>
              <a:t> COCOGUN. ALL RIGHTS RESERVED.</a:t>
            </a:r>
            <a:endParaRPr sz="400">
              <a:solidFill>
                <a:srgbClr val="FFFFFF"/>
              </a:solidFill>
              <a:latin typeface="DM Mono"/>
              <a:ea typeface="DM Mono"/>
              <a:cs typeface="DM Mono"/>
              <a:sym typeface="DM Mon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8 Blank Dark">
  <p:cSld name="TITLE_AND_BODY_1_2_1_2_1_1_1">
    <p:bg>
      <p:bgPr>
        <a:solidFill>
          <a:schemeClr val="dk1"/>
        </a:solidFill>
      </p:bgPr>
    </p:bg>
    <p:spTree>
      <p:nvGrpSpPr>
        <p:cNvPr id="78" name="Shape 78"/>
        <p:cNvGrpSpPr/>
        <p:nvPr/>
      </p:nvGrpSpPr>
      <p:grpSpPr>
        <a:xfrm>
          <a:off x="0" y="0"/>
          <a:ext cx="0" cy="0"/>
          <a:chOff x="0" y="0"/>
          <a:chExt cx="0" cy="0"/>
        </a:xfrm>
      </p:grpSpPr>
      <p:pic>
        <p:nvPicPr>
          <p:cNvPr id="79" name="Google Shape;79;p13"/>
          <p:cNvPicPr preferRelativeResize="0"/>
          <p:nvPr/>
        </p:nvPicPr>
        <p:blipFill>
          <a:blip r:embed="rId2">
            <a:alphaModFix/>
          </a:blip>
          <a:stretch>
            <a:fillRect/>
          </a:stretch>
        </p:blipFill>
        <p:spPr>
          <a:xfrm>
            <a:off x="8635623" y="4701951"/>
            <a:ext cx="189825" cy="3195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9 Thank You Dark A">
  <p:cSld name="TITLE_AND_BODY_1_1">
    <p:bg>
      <p:bgPr>
        <a:solidFill>
          <a:schemeClr val="dk1"/>
        </a:solidFill>
      </p:bgPr>
    </p:bg>
    <p:spTree>
      <p:nvGrpSpPr>
        <p:cNvPr id="80" name="Shape 80"/>
        <p:cNvGrpSpPr/>
        <p:nvPr/>
      </p:nvGrpSpPr>
      <p:grpSpPr>
        <a:xfrm>
          <a:off x="0" y="0"/>
          <a:ext cx="0" cy="0"/>
          <a:chOff x="0" y="0"/>
          <a:chExt cx="0" cy="0"/>
        </a:xfrm>
      </p:grpSpPr>
      <p:pic>
        <p:nvPicPr>
          <p:cNvPr id="81" name="Google Shape;81;p14"/>
          <p:cNvPicPr preferRelativeResize="0"/>
          <p:nvPr/>
        </p:nvPicPr>
        <p:blipFill>
          <a:blip r:embed="rId2">
            <a:alphaModFix/>
          </a:blip>
          <a:stretch>
            <a:fillRect/>
          </a:stretch>
        </p:blipFill>
        <p:spPr>
          <a:xfrm>
            <a:off x="8635625" y="4701952"/>
            <a:ext cx="189825" cy="319515"/>
          </a:xfrm>
          <a:prstGeom prst="rect">
            <a:avLst/>
          </a:prstGeom>
          <a:noFill/>
          <a:ln>
            <a:noFill/>
          </a:ln>
        </p:spPr>
      </p:pic>
      <p:pic>
        <p:nvPicPr>
          <p:cNvPr id="82" name="Google Shape;82;p14"/>
          <p:cNvPicPr preferRelativeResize="0"/>
          <p:nvPr/>
        </p:nvPicPr>
        <p:blipFill>
          <a:blip r:embed="rId3">
            <a:alphaModFix/>
          </a:blip>
          <a:stretch>
            <a:fillRect/>
          </a:stretch>
        </p:blipFill>
        <p:spPr>
          <a:xfrm>
            <a:off x="8357150" y="312950"/>
            <a:ext cx="468299" cy="468299"/>
          </a:xfrm>
          <a:prstGeom prst="rect">
            <a:avLst/>
          </a:prstGeom>
          <a:noFill/>
          <a:ln>
            <a:noFill/>
          </a:ln>
        </p:spPr>
      </p:pic>
      <p:sp>
        <p:nvSpPr>
          <p:cNvPr id="83" name="Google Shape;83;p14"/>
          <p:cNvSpPr txBox="1"/>
          <p:nvPr/>
        </p:nvSpPr>
        <p:spPr>
          <a:xfrm>
            <a:off x="435425" y="4732575"/>
            <a:ext cx="3348600" cy="2583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lang="en-GB" sz="800">
                <a:solidFill>
                  <a:srgbClr val="F8F6F3"/>
                </a:solidFill>
                <a:latin typeface="DM Mono"/>
                <a:ea typeface="DM Mono"/>
                <a:cs typeface="DM Mono"/>
                <a:sym typeface="DM Mono"/>
              </a:rPr>
              <a:t>SUITE 201, 46-56 KIPPAX ST. SURRY HILLS NSW 2010</a:t>
            </a:r>
            <a:endParaRPr sz="800">
              <a:solidFill>
                <a:srgbClr val="F8F6F3"/>
              </a:solidFill>
              <a:latin typeface="DM Mono"/>
              <a:ea typeface="DM Mono"/>
              <a:cs typeface="DM Mono"/>
              <a:sym typeface="DM Mono"/>
            </a:endParaRPr>
          </a:p>
        </p:txBody>
      </p:sp>
      <p:sp>
        <p:nvSpPr>
          <p:cNvPr id="84" name="Google Shape;84;p14"/>
          <p:cNvSpPr txBox="1"/>
          <p:nvPr/>
        </p:nvSpPr>
        <p:spPr>
          <a:xfrm>
            <a:off x="435426" y="432950"/>
            <a:ext cx="7569600" cy="7389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None/>
            </a:pPr>
            <a:r>
              <a:rPr b="1" lang="en-GB" sz="6000">
                <a:solidFill>
                  <a:srgbClr val="F8F6F3"/>
                </a:solidFill>
                <a:latin typeface="Libre Franklin"/>
                <a:ea typeface="Libre Franklin"/>
                <a:cs typeface="Libre Franklin"/>
                <a:sym typeface="Libre Franklin"/>
              </a:rPr>
              <a:t>Let’s chat.</a:t>
            </a:r>
            <a:endParaRPr b="1" sz="6000">
              <a:solidFill>
                <a:srgbClr val="F8F6F3"/>
              </a:solidFill>
              <a:latin typeface="Libre Franklin"/>
              <a:ea typeface="Libre Franklin"/>
              <a:cs typeface="Libre Franklin"/>
              <a:sym typeface="Libre Franklin"/>
            </a:endParaRPr>
          </a:p>
        </p:txBody>
      </p:sp>
      <p:sp>
        <p:nvSpPr>
          <p:cNvPr id="85" name="Google Shape;85;p14"/>
          <p:cNvSpPr txBox="1"/>
          <p:nvPr/>
        </p:nvSpPr>
        <p:spPr>
          <a:xfrm>
            <a:off x="3953150" y="4878063"/>
            <a:ext cx="1941900" cy="11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GB" sz="800">
                <a:solidFill>
                  <a:srgbClr val="F8F6F3"/>
                </a:solidFill>
                <a:uFill>
                  <a:noFill/>
                </a:uFill>
                <a:latin typeface="DM Mono"/>
                <a:ea typeface="DM Mono"/>
                <a:cs typeface="DM Mono"/>
                <a:sym typeface="DM Mono"/>
                <a:hlinkClick r:id="rId4">
                  <a:extLst>
                    <a:ext uri="{A12FA001-AC4F-418D-AE19-62706E023703}">
                      <ahyp:hlinkClr val="tx"/>
                    </a:ext>
                  </a:extLst>
                </a:hlinkClick>
              </a:rPr>
              <a:t>COCOGUN.COM.AU</a:t>
            </a:r>
            <a:endParaRPr sz="800">
              <a:solidFill>
                <a:srgbClr val="F8F6F3"/>
              </a:solidFill>
              <a:latin typeface="DM Mono"/>
              <a:ea typeface="DM Mono"/>
              <a:cs typeface="DM Mono"/>
              <a:sym typeface="DM Mono"/>
            </a:endParaRPr>
          </a:p>
        </p:txBody>
      </p:sp>
      <p:pic>
        <p:nvPicPr>
          <p:cNvPr id="86" name="Google Shape;86;p14"/>
          <p:cNvPicPr preferRelativeResize="0"/>
          <p:nvPr/>
        </p:nvPicPr>
        <p:blipFill>
          <a:blip r:embed="rId5">
            <a:alphaModFix/>
          </a:blip>
          <a:stretch>
            <a:fillRect/>
          </a:stretch>
        </p:blipFill>
        <p:spPr>
          <a:xfrm>
            <a:off x="4283996" y="358815"/>
            <a:ext cx="836073" cy="67971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_9 Thank You Dark B">
  <p:cSld name="TITLE_AND_BODY_1_1_1">
    <p:bg>
      <p:bgPr>
        <a:solidFill>
          <a:schemeClr val="dk1"/>
        </a:solidFill>
      </p:bgPr>
    </p:bg>
    <p:spTree>
      <p:nvGrpSpPr>
        <p:cNvPr id="87" name="Shape 87"/>
        <p:cNvGrpSpPr/>
        <p:nvPr/>
      </p:nvGrpSpPr>
      <p:grpSpPr>
        <a:xfrm>
          <a:off x="0" y="0"/>
          <a:ext cx="0" cy="0"/>
          <a:chOff x="0" y="0"/>
          <a:chExt cx="0" cy="0"/>
        </a:xfrm>
      </p:grpSpPr>
      <p:pic>
        <p:nvPicPr>
          <p:cNvPr id="88" name="Google Shape;88;p15"/>
          <p:cNvPicPr preferRelativeResize="0"/>
          <p:nvPr/>
        </p:nvPicPr>
        <p:blipFill>
          <a:blip r:embed="rId2">
            <a:alphaModFix/>
          </a:blip>
          <a:stretch>
            <a:fillRect/>
          </a:stretch>
        </p:blipFill>
        <p:spPr>
          <a:xfrm>
            <a:off x="8635625" y="4701952"/>
            <a:ext cx="189825" cy="319515"/>
          </a:xfrm>
          <a:prstGeom prst="rect">
            <a:avLst/>
          </a:prstGeom>
          <a:noFill/>
          <a:ln>
            <a:noFill/>
          </a:ln>
        </p:spPr>
      </p:pic>
      <p:pic>
        <p:nvPicPr>
          <p:cNvPr id="89" name="Google Shape;89;p15"/>
          <p:cNvPicPr preferRelativeResize="0"/>
          <p:nvPr/>
        </p:nvPicPr>
        <p:blipFill>
          <a:blip r:embed="rId3">
            <a:alphaModFix/>
          </a:blip>
          <a:stretch>
            <a:fillRect/>
          </a:stretch>
        </p:blipFill>
        <p:spPr>
          <a:xfrm>
            <a:off x="8357150" y="312950"/>
            <a:ext cx="468299" cy="468299"/>
          </a:xfrm>
          <a:prstGeom prst="rect">
            <a:avLst/>
          </a:prstGeom>
          <a:noFill/>
          <a:ln>
            <a:noFill/>
          </a:ln>
        </p:spPr>
      </p:pic>
      <p:sp>
        <p:nvSpPr>
          <p:cNvPr id="90" name="Google Shape;90;p15"/>
          <p:cNvSpPr txBox="1"/>
          <p:nvPr/>
        </p:nvSpPr>
        <p:spPr>
          <a:xfrm>
            <a:off x="435425" y="4732575"/>
            <a:ext cx="3348600" cy="2583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lang="en-GB" sz="800">
                <a:solidFill>
                  <a:srgbClr val="F8F6F3"/>
                </a:solidFill>
                <a:latin typeface="DM Mono"/>
                <a:ea typeface="DM Mono"/>
                <a:cs typeface="DM Mono"/>
                <a:sym typeface="DM Mono"/>
              </a:rPr>
              <a:t>SUITE 201, 46-56 KIPPAX ST. SURRY HILLS NSW 2010</a:t>
            </a:r>
            <a:endParaRPr sz="800">
              <a:solidFill>
                <a:srgbClr val="F8F6F3"/>
              </a:solidFill>
              <a:latin typeface="DM Mono"/>
              <a:ea typeface="DM Mono"/>
              <a:cs typeface="DM Mono"/>
              <a:sym typeface="DM Mono"/>
            </a:endParaRPr>
          </a:p>
        </p:txBody>
      </p:sp>
      <p:sp>
        <p:nvSpPr>
          <p:cNvPr id="91" name="Google Shape;91;p15"/>
          <p:cNvSpPr txBox="1"/>
          <p:nvPr/>
        </p:nvSpPr>
        <p:spPr>
          <a:xfrm>
            <a:off x="435424" y="1965721"/>
            <a:ext cx="3348600" cy="7389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None/>
            </a:pPr>
            <a:r>
              <a:rPr lang="en-GB" sz="2000">
                <a:solidFill>
                  <a:srgbClr val="F8F6F3"/>
                </a:solidFill>
                <a:latin typeface="Instrument Serif"/>
                <a:ea typeface="Instrument Serif"/>
                <a:cs typeface="Instrument Serif"/>
                <a:sym typeface="Instrument Serif"/>
              </a:rPr>
              <a:t>Chiquita King, Managing Director</a:t>
            </a:r>
            <a:endParaRPr sz="2000">
              <a:solidFill>
                <a:srgbClr val="F8F6F3"/>
              </a:solidFill>
              <a:latin typeface="Instrument Serif"/>
              <a:ea typeface="Instrument Serif"/>
              <a:cs typeface="Instrument Serif"/>
              <a:sym typeface="Instrument Serif"/>
            </a:endParaRPr>
          </a:p>
          <a:p>
            <a:pPr indent="0" lvl="0" marL="0" rtl="0" algn="l">
              <a:lnSpc>
                <a:spcPct val="80000"/>
              </a:lnSpc>
              <a:spcBef>
                <a:spcPts val="0"/>
              </a:spcBef>
              <a:spcAft>
                <a:spcPts val="0"/>
              </a:spcAft>
              <a:buNone/>
            </a:pPr>
            <a:r>
              <a:rPr lang="en-GB" sz="2000">
                <a:solidFill>
                  <a:srgbClr val="F8F6F3"/>
                </a:solidFill>
                <a:latin typeface="Instrument Serif"/>
                <a:ea typeface="Instrument Serif"/>
                <a:cs typeface="Instrument Serif"/>
                <a:sym typeface="Instrument Serif"/>
              </a:rPr>
              <a:t>ck@cocogun.com.au</a:t>
            </a:r>
            <a:endParaRPr sz="2000">
              <a:solidFill>
                <a:srgbClr val="F8F6F3"/>
              </a:solidFill>
              <a:latin typeface="Instrument Serif"/>
              <a:ea typeface="Instrument Serif"/>
              <a:cs typeface="Instrument Serif"/>
              <a:sym typeface="Instrument Serif"/>
            </a:endParaRPr>
          </a:p>
          <a:p>
            <a:pPr indent="0" lvl="0" marL="0" rtl="0" algn="l">
              <a:lnSpc>
                <a:spcPct val="80000"/>
              </a:lnSpc>
              <a:spcBef>
                <a:spcPts val="0"/>
              </a:spcBef>
              <a:spcAft>
                <a:spcPts val="0"/>
              </a:spcAft>
              <a:buNone/>
            </a:pPr>
            <a:r>
              <a:rPr lang="en-GB" sz="2000">
                <a:solidFill>
                  <a:srgbClr val="F8F6F3"/>
                </a:solidFill>
                <a:latin typeface="Instrument Serif"/>
                <a:ea typeface="Instrument Serif"/>
                <a:cs typeface="Instrument Serif"/>
                <a:sym typeface="Instrument Serif"/>
              </a:rPr>
              <a:t>+61 401 045 341</a:t>
            </a:r>
            <a:endParaRPr sz="2000">
              <a:solidFill>
                <a:srgbClr val="F8F6F3"/>
              </a:solidFill>
              <a:latin typeface="Instrument Serif"/>
              <a:ea typeface="Instrument Serif"/>
              <a:cs typeface="Instrument Serif"/>
              <a:sym typeface="Instrument Serif"/>
            </a:endParaRPr>
          </a:p>
        </p:txBody>
      </p:sp>
      <p:sp>
        <p:nvSpPr>
          <p:cNvPr id="92" name="Google Shape;92;p15"/>
          <p:cNvSpPr txBox="1"/>
          <p:nvPr/>
        </p:nvSpPr>
        <p:spPr>
          <a:xfrm>
            <a:off x="435426" y="426821"/>
            <a:ext cx="7569600" cy="1477800"/>
          </a:xfrm>
          <a:prstGeom prst="rect">
            <a:avLst/>
          </a:prstGeom>
          <a:noFill/>
          <a:ln>
            <a:noFill/>
          </a:ln>
        </p:spPr>
        <p:txBody>
          <a:bodyPr anchorCtr="0" anchor="b" bIns="0" lIns="0" spcFirstLastPara="1" rIns="0" wrap="square" tIns="0">
            <a:spAutoFit/>
          </a:bodyPr>
          <a:lstStyle/>
          <a:p>
            <a:pPr indent="0" lvl="0" marL="0" rtl="0" algn="l">
              <a:lnSpc>
                <a:spcPct val="80000"/>
              </a:lnSpc>
              <a:spcBef>
                <a:spcPts val="0"/>
              </a:spcBef>
              <a:spcAft>
                <a:spcPts val="0"/>
              </a:spcAft>
              <a:buNone/>
            </a:pPr>
            <a:r>
              <a:rPr b="1" lang="en-GB" sz="6000">
                <a:solidFill>
                  <a:srgbClr val="F8F6F3"/>
                </a:solidFill>
                <a:latin typeface="Libre Franklin"/>
                <a:ea typeface="Libre Franklin"/>
                <a:cs typeface="Libre Franklin"/>
                <a:sym typeface="Libre Franklin"/>
              </a:rPr>
              <a:t>Let’s</a:t>
            </a:r>
            <a:br>
              <a:rPr b="1" lang="en-GB" sz="6000">
                <a:solidFill>
                  <a:srgbClr val="F8F6F3"/>
                </a:solidFill>
                <a:latin typeface="Libre Franklin"/>
                <a:ea typeface="Libre Franklin"/>
                <a:cs typeface="Libre Franklin"/>
                <a:sym typeface="Libre Franklin"/>
              </a:rPr>
            </a:br>
            <a:r>
              <a:rPr b="1" lang="en-GB" sz="6000">
                <a:solidFill>
                  <a:srgbClr val="F8F6F3"/>
                </a:solidFill>
                <a:latin typeface="Libre Franklin"/>
                <a:ea typeface="Libre Franklin"/>
                <a:cs typeface="Libre Franklin"/>
                <a:sym typeface="Libre Franklin"/>
              </a:rPr>
              <a:t>collaborate.</a:t>
            </a:r>
            <a:endParaRPr b="1" sz="6000">
              <a:solidFill>
                <a:srgbClr val="F8F6F3"/>
              </a:solidFill>
              <a:latin typeface="Libre Franklin"/>
              <a:ea typeface="Libre Franklin"/>
              <a:cs typeface="Libre Franklin"/>
              <a:sym typeface="Libre Franklin"/>
            </a:endParaRPr>
          </a:p>
        </p:txBody>
      </p:sp>
      <p:sp>
        <p:nvSpPr>
          <p:cNvPr id="93" name="Google Shape;93;p15"/>
          <p:cNvSpPr txBox="1"/>
          <p:nvPr/>
        </p:nvSpPr>
        <p:spPr>
          <a:xfrm>
            <a:off x="3953150" y="4878063"/>
            <a:ext cx="1941900" cy="11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GB" sz="800">
                <a:solidFill>
                  <a:srgbClr val="F8F6F3"/>
                </a:solidFill>
                <a:uFill>
                  <a:noFill/>
                </a:uFill>
                <a:latin typeface="DM Mono"/>
                <a:ea typeface="DM Mono"/>
                <a:cs typeface="DM Mono"/>
                <a:sym typeface="DM Mono"/>
                <a:hlinkClick r:id="rId4">
                  <a:extLst>
                    <a:ext uri="{A12FA001-AC4F-418D-AE19-62706E023703}">
                      <ahyp:hlinkClr val="tx"/>
                    </a:ext>
                  </a:extLst>
                </a:hlinkClick>
              </a:rPr>
              <a:t>COCOGUN.COM.AU</a:t>
            </a:r>
            <a:endParaRPr sz="800">
              <a:solidFill>
                <a:srgbClr val="F8F6F3"/>
              </a:solidFill>
              <a:latin typeface="DM Mono"/>
              <a:ea typeface="DM Mono"/>
              <a:cs typeface="DM Mono"/>
              <a:sym typeface="DM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35425" y="432950"/>
            <a:ext cx="7569600" cy="572700"/>
          </a:xfrm>
          <a:prstGeom prst="rect">
            <a:avLst/>
          </a:prstGeom>
          <a:noFill/>
          <a:ln>
            <a:noFill/>
          </a:ln>
        </p:spPr>
        <p:txBody>
          <a:bodyPr anchorCtr="0" anchor="t" bIns="0" lIns="0" spcFirstLastPara="1" rIns="0" wrap="square" tIns="0">
            <a:normAutofit/>
          </a:bodyPr>
          <a:lstStyle>
            <a:lvl1pPr lvl="0">
              <a:lnSpc>
                <a:spcPct val="80000"/>
              </a:lnSpc>
              <a:spcBef>
                <a:spcPts val="0"/>
              </a:spcBef>
              <a:spcAft>
                <a:spcPts val="0"/>
              </a:spcAft>
              <a:buClr>
                <a:schemeClr val="dk1"/>
              </a:buClr>
              <a:buSzPts val="6000"/>
              <a:buFont typeface="Libre Franklin"/>
              <a:buNone/>
              <a:defRPr b="1" sz="6000">
                <a:solidFill>
                  <a:schemeClr val="dk1"/>
                </a:solidFill>
                <a:latin typeface="Libre Franklin"/>
                <a:ea typeface="Libre Franklin"/>
                <a:cs typeface="Libre Franklin"/>
                <a:sym typeface="Libre Franklin"/>
              </a:defRPr>
            </a:lvl1pPr>
            <a:lvl2pPr lvl="1">
              <a:spcBef>
                <a:spcPts val="0"/>
              </a:spcBef>
              <a:spcAft>
                <a:spcPts val="0"/>
              </a:spcAft>
              <a:buClr>
                <a:schemeClr val="dk1"/>
              </a:buClr>
              <a:buSzPts val="6000"/>
              <a:buFont typeface="Libre Franklin"/>
              <a:buNone/>
              <a:defRPr b="1" sz="6000">
                <a:solidFill>
                  <a:schemeClr val="dk1"/>
                </a:solidFill>
                <a:latin typeface="Libre Franklin"/>
                <a:ea typeface="Libre Franklin"/>
                <a:cs typeface="Libre Franklin"/>
                <a:sym typeface="Libre Franklin"/>
              </a:defRPr>
            </a:lvl2pPr>
            <a:lvl3pPr lvl="2">
              <a:spcBef>
                <a:spcPts val="0"/>
              </a:spcBef>
              <a:spcAft>
                <a:spcPts val="0"/>
              </a:spcAft>
              <a:buClr>
                <a:schemeClr val="dk1"/>
              </a:buClr>
              <a:buSzPts val="6000"/>
              <a:buFont typeface="Libre Franklin"/>
              <a:buNone/>
              <a:defRPr b="1" sz="6000">
                <a:solidFill>
                  <a:schemeClr val="dk1"/>
                </a:solidFill>
                <a:latin typeface="Libre Franklin"/>
                <a:ea typeface="Libre Franklin"/>
                <a:cs typeface="Libre Franklin"/>
                <a:sym typeface="Libre Franklin"/>
              </a:defRPr>
            </a:lvl3pPr>
            <a:lvl4pPr lvl="3">
              <a:spcBef>
                <a:spcPts val="0"/>
              </a:spcBef>
              <a:spcAft>
                <a:spcPts val="0"/>
              </a:spcAft>
              <a:buClr>
                <a:schemeClr val="dk1"/>
              </a:buClr>
              <a:buSzPts val="6000"/>
              <a:buFont typeface="Libre Franklin"/>
              <a:buNone/>
              <a:defRPr b="1" sz="6000">
                <a:solidFill>
                  <a:schemeClr val="dk1"/>
                </a:solidFill>
                <a:latin typeface="Libre Franklin"/>
                <a:ea typeface="Libre Franklin"/>
                <a:cs typeface="Libre Franklin"/>
                <a:sym typeface="Libre Franklin"/>
              </a:defRPr>
            </a:lvl4pPr>
            <a:lvl5pPr lvl="4">
              <a:spcBef>
                <a:spcPts val="0"/>
              </a:spcBef>
              <a:spcAft>
                <a:spcPts val="0"/>
              </a:spcAft>
              <a:buClr>
                <a:schemeClr val="dk1"/>
              </a:buClr>
              <a:buSzPts val="6000"/>
              <a:buFont typeface="Libre Franklin"/>
              <a:buNone/>
              <a:defRPr b="1" sz="6000">
                <a:solidFill>
                  <a:schemeClr val="dk1"/>
                </a:solidFill>
                <a:latin typeface="Libre Franklin"/>
                <a:ea typeface="Libre Franklin"/>
                <a:cs typeface="Libre Franklin"/>
                <a:sym typeface="Libre Franklin"/>
              </a:defRPr>
            </a:lvl5pPr>
            <a:lvl6pPr lvl="5">
              <a:spcBef>
                <a:spcPts val="0"/>
              </a:spcBef>
              <a:spcAft>
                <a:spcPts val="0"/>
              </a:spcAft>
              <a:buClr>
                <a:schemeClr val="dk1"/>
              </a:buClr>
              <a:buSzPts val="6000"/>
              <a:buFont typeface="Libre Franklin"/>
              <a:buNone/>
              <a:defRPr b="1" sz="6000">
                <a:solidFill>
                  <a:schemeClr val="dk1"/>
                </a:solidFill>
                <a:latin typeface="Libre Franklin"/>
                <a:ea typeface="Libre Franklin"/>
                <a:cs typeface="Libre Franklin"/>
                <a:sym typeface="Libre Franklin"/>
              </a:defRPr>
            </a:lvl6pPr>
            <a:lvl7pPr lvl="6">
              <a:spcBef>
                <a:spcPts val="0"/>
              </a:spcBef>
              <a:spcAft>
                <a:spcPts val="0"/>
              </a:spcAft>
              <a:buClr>
                <a:schemeClr val="dk1"/>
              </a:buClr>
              <a:buSzPts val="6000"/>
              <a:buFont typeface="Libre Franklin"/>
              <a:buNone/>
              <a:defRPr b="1" sz="6000">
                <a:solidFill>
                  <a:schemeClr val="dk1"/>
                </a:solidFill>
                <a:latin typeface="Libre Franklin"/>
                <a:ea typeface="Libre Franklin"/>
                <a:cs typeface="Libre Franklin"/>
                <a:sym typeface="Libre Franklin"/>
              </a:defRPr>
            </a:lvl7pPr>
            <a:lvl8pPr lvl="7">
              <a:spcBef>
                <a:spcPts val="0"/>
              </a:spcBef>
              <a:spcAft>
                <a:spcPts val="0"/>
              </a:spcAft>
              <a:buClr>
                <a:schemeClr val="dk1"/>
              </a:buClr>
              <a:buSzPts val="6000"/>
              <a:buFont typeface="Libre Franklin"/>
              <a:buNone/>
              <a:defRPr b="1" sz="6000">
                <a:solidFill>
                  <a:schemeClr val="dk1"/>
                </a:solidFill>
                <a:latin typeface="Libre Franklin"/>
                <a:ea typeface="Libre Franklin"/>
                <a:cs typeface="Libre Franklin"/>
                <a:sym typeface="Libre Franklin"/>
              </a:defRPr>
            </a:lvl8pPr>
            <a:lvl9pPr lvl="8">
              <a:spcBef>
                <a:spcPts val="0"/>
              </a:spcBef>
              <a:spcAft>
                <a:spcPts val="0"/>
              </a:spcAft>
              <a:buClr>
                <a:schemeClr val="dk1"/>
              </a:buClr>
              <a:buSzPts val="6000"/>
              <a:buFont typeface="Libre Franklin"/>
              <a:buNone/>
              <a:defRPr b="1" sz="6000">
                <a:solidFill>
                  <a:schemeClr val="dk1"/>
                </a:solidFill>
                <a:latin typeface="Libre Franklin"/>
                <a:ea typeface="Libre Franklin"/>
                <a:cs typeface="Libre Franklin"/>
                <a:sym typeface="Libre Franklin"/>
              </a:defRPr>
            </a:lvl9pPr>
          </a:lstStyle>
          <a:p/>
        </p:txBody>
      </p:sp>
      <p:sp>
        <p:nvSpPr>
          <p:cNvPr id="7" name="Google Shape;7;p1"/>
          <p:cNvSpPr txBox="1"/>
          <p:nvPr>
            <p:ph idx="1" type="body"/>
          </p:nvPr>
        </p:nvSpPr>
        <p:spPr>
          <a:xfrm>
            <a:off x="327500" y="2786650"/>
            <a:ext cx="4162800" cy="1985100"/>
          </a:xfrm>
          <a:prstGeom prst="rect">
            <a:avLst/>
          </a:prstGeom>
          <a:noFill/>
          <a:ln>
            <a:noFill/>
          </a:ln>
        </p:spPr>
        <p:txBody>
          <a:bodyPr anchorCtr="0" anchor="t" bIns="0" lIns="0" spcFirstLastPara="1" rIns="0" wrap="square" tIns="0">
            <a:normAutofit/>
          </a:bodyPr>
          <a:lstStyle>
            <a:lvl1pPr indent="-419100" lvl="0" marL="457200">
              <a:lnSpc>
                <a:spcPct val="100000"/>
              </a:lnSpc>
              <a:spcBef>
                <a:spcPts val="0"/>
              </a:spcBef>
              <a:spcAft>
                <a:spcPts val="0"/>
              </a:spcAft>
              <a:buClr>
                <a:schemeClr val="dk1"/>
              </a:buClr>
              <a:buSzPts val="3000"/>
              <a:buFont typeface="Instrument Serif"/>
              <a:buChar char="●"/>
              <a:defRPr sz="3000">
                <a:solidFill>
                  <a:schemeClr val="dk1"/>
                </a:solidFill>
                <a:latin typeface="Instrument Serif"/>
                <a:ea typeface="Instrument Serif"/>
                <a:cs typeface="Instrument Serif"/>
                <a:sym typeface="Instrument Serif"/>
              </a:defRPr>
            </a:lvl1pPr>
            <a:lvl2pPr indent="-304800" lvl="1" marL="9144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2pPr>
            <a:lvl3pPr indent="-285750" lvl="2" marL="1371600">
              <a:lnSpc>
                <a:spcPct val="100000"/>
              </a:lnSpc>
              <a:spcBef>
                <a:spcPts val="0"/>
              </a:spcBef>
              <a:spcAft>
                <a:spcPts val="0"/>
              </a:spcAft>
              <a:buClr>
                <a:schemeClr val="dk1"/>
              </a:buClr>
              <a:buSzPts val="900"/>
              <a:buFont typeface="Libre Franklin"/>
              <a:buChar char="■"/>
              <a:defRPr sz="900">
                <a:solidFill>
                  <a:schemeClr val="dk1"/>
                </a:solidFill>
                <a:latin typeface="Libre Franklin"/>
                <a:ea typeface="Libre Franklin"/>
                <a:cs typeface="Libre Franklin"/>
                <a:sym typeface="Libre Franklin"/>
              </a:defRPr>
            </a:lvl3pPr>
            <a:lvl4pPr indent="-285750" lvl="3" marL="1828800">
              <a:lnSpc>
                <a:spcPct val="100000"/>
              </a:lnSpc>
              <a:spcBef>
                <a:spcPts val="0"/>
              </a:spcBef>
              <a:spcAft>
                <a:spcPts val="0"/>
              </a:spcAft>
              <a:buClr>
                <a:schemeClr val="dk1"/>
              </a:buClr>
              <a:buSzPts val="900"/>
              <a:buFont typeface="Libre Franklin"/>
              <a:buChar char="●"/>
              <a:defRPr sz="900">
                <a:solidFill>
                  <a:schemeClr val="dk1"/>
                </a:solidFill>
                <a:latin typeface="Libre Franklin"/>
                <a:ea typeface="Libre Franklin"/>
                <a:cs typeface="Libre Franklin"/>
                <a:sym typeface="Libre Franklin"/>
              </a:defRPr>
            </a:lvl4pPr>
            <a:lvl5pPr indent="-285750" lvl="4" marL="2286000">
              <a:lnSpc>
                <a:spcPct val="100000"/>
              </a:lnSpc>
              <a:spcBef>
                <a:spcPts val="0"/>
              </a:spcBef>
              <a:spcAft>
                <a:spcPts val="0"/>
              </a:spcAft>
              <a:buClr>
                <a:schemeClr val="dk1"/>
              </a:buClr>
              <a:buSzPts val="900"/>
              <a:buFont typeface="Libre Franklin"/>
              <a:buChar char="○"/>
              <a:defRPr sz="900">
                <a:solidFill>
                  <a:schemeClr val="dk1"/>
                </a:solidFill>
                <a:latin typeface="Libre Franklin"/>
                <a:ea typeface="Libre Franklin"/>
                <a:cs typeface="Libre Franklin"/>
                <a:sym typeface="Libre Franklin"/>
              </a:defRPr>
            </a:lvl5pPr>
            <a:lvl6pPr indent="-279400" lvl="5" marL="2743200">
              <a:lnSpc>
                <a:spcPct val="100000"/>
              </a:lnSpc>
              <a:spcBef>
                <a:spcPts val="0"/>
              </a:spcBef>
              <a:spcAft>
                <a:spcPts val="0"/>
              </a:spcAft>
              <a:buClr>
                <a:schemeClr val="dk1"/>
              </a:buClr>
              <a:buSzPts val="800"/>
              <a:buFont typeface="DM Mono"/>
              <a:buChar char="■"/>
              <a:defRPr sz="800">
                <a:solidFill>
                  <a:schemeClr val="dk1"/>
                </a:solidFill>
                <a:latin typeface="DM Mono"/>
                <a:ea typeface="DM Mono"/>
                <a:cs typeface="DM Mono"/>
                <a:sym typeface="DM Mono"/>
              </a:defRPr>
            </a:lvl6pPr>
            <a:lvl7pPr indent="-279400" lvl="6" marL="3200400">
              <a:lnSpc>
                <a:spcPct val="100000"/>
              </a:lnSpc>
              <a:spcBef>
                <a:spcPts val="0"/>
              </a:spcBef>
              <a:spcAft>
                <a:spcPts val="0"/>
              </a:spcAft>
              <a:buClr>
                <a:schemeClr val="dk1"/>
              </a:buClr>
              <a:buSzPts val="800"/>
              <a:buFont typeface="DM Mono"/>
              <a:buChar char="●"/>
              <a:defRPr sz="800">
                <a:solidFill>
                  <a:schemeClr val="dk1"/>
                </a:solidFill>
                <a:latin typeface="DM Mono"/>
                <a:ea typeface="DM Mono"/>
                <a:cs typeface="DM Mono"/>
                <a:sym typeface="DM Mono"/>
              </a:defRPr>
            </a:lvl7pPr>
            <a:lvl8pPr indent="-279400" lvl="7" marL="3657600">
              <a:lnSpc>
                <a:spcPct val="100000"/>
              </a:lnSpc>
              <a:spcBef>
                <a:spcPts val="0"/>
              </a:spcBef>
              <a:spcAft>
                <a:spcPts val="0"/>
              </a:spcAft>
              <a:buClr>
                <a:schemeClr val="dk1"/>
              </a:buClr>
              <a:buSzPts val="800"/>
              <a:buFont typeface="DM Mono"/>
              <a:buChar char="○"/>
              <a:defRPr sz="800">
                <a:solidFill>
                  <a:schemeClr val="dk1"/>
                </a:solidFill>
                <a:latin typeface="DM Mono"/>
                <a:ea typeface="DM Mono"/>
                <a:cs typeface="DM Mono"/>
                <a:sym typeface="DM Mono"/>
              </a:defRPr>
            </a:lvl8pPr>
            <a:lvl9pPr indent="-279400" lvl="8" marL="4114800">
              <a:lnSpc>
                <a:spcPct val="100000"/>
              </a:lnSpc>
              <a:spcBef>
                <a:spcPts val="0"/>
              </a:spcBef>
              <a:spcAft>
                <a:spcPts val="0"/>
              </a:spcAft>
              <a:buClr>
                <a:schemeClr val="dk1"/>
              </a:buClr>
              <a:buSzPts val="800"/>
              <a:buFont typeface="DM Mono"/>
              <a:buChar char="■"/>
              <a:defRPr sz="800">
                <a:solidFill>
                  <a:schemeClr val="dk1"/>
                </a:solidFill>
                <a:latin typeface="DM Mono"/>
                <a:ea typeface="DM Mono"/>
                <a:cs typeface="DM Mono"/>
                <a:sym typeface="DM Mon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74">
          <p15:clr>
            <a:srgbClr val="E46962"/>
          </p15:clr>
        </p15:guide>
        <p15:guide id="2" pos="5486">
          <p15:clr>
            <a:srgbClr val="E46962"/>
          </p15:clr>
        </p15:guide>
        <p15:guide id="3" orient="horz" pos="109">
          <p15:clr>
            <a:srgbClr val="E46962"/>
          </p15:clr>
        </p15:guide>
        <p15:guide id="4" orient="horz" pos="3131">
          <p15:clr>
            <a:srgbClr val="E46962"/>
          </p15:clr>
        </p15:guide>
        <p15:guide id="5" pos="616">
          <p15:clr>
            <a:srgbClr val="E46962"/>
          </p15:clr>
        </p15:guide>
        <p15:guide id="6" pos="717">
          <p15:clr>
            <a:srgbClr val="E46962"/>
          </p15:clr>
        </p15:guide>
        <p15:guide id="7" pos="1055">
          <p15:clr>
            <a:srgbClr val="E46962"/>
          </p15:clr>
        </p15:guide>
        <p15:guide id="8" pos="1160">
          <p15:clr>
            <a:srgbClr val="E46962"/>
          </p15:clr>
        </p15:guide>
        <p15:guide id="9" pos="1497">
          <p15:clr>
            <a:srgbClr val="E46962"/>
          </p15:clr>
        </p15:guide>
        <p15:guide id="10" pos="1606">
          <p15:clr>
            <a:srgbClr val="E46962"/>
          </p15:clr>
        </p15:guide>
        <p15:guide id="11" pos="1940">
          <p15:clr>
            <a:srgbClr val="E46962"/>
          </p15:clr>
        </p15:guide>
        <p15:guide id="12" pos="2045">
          <p15:clr>
            <a:srgbClr val="E46962"/>
          </p15:clr>
        </p15:guide>
        <p15:guide id="13" pos="2384">
          <p15:clr>
            <a:srgbClr val="E46962"/>
          </p15:clr>
        </p15:guide>
        <p15:guide id="14" pos="2490">
          <p15:clr>
            <a:srgbClr val="E46962"/>
          </p15:clr>
        </p15:guide>
        <p15:guide id="15" pos="2828">
          <p15:clr>
            <a:srgbClr val="E46962"/>
          </p15:clr>
        </p15:guide>
        <p15:guide id="16" pos="2932">
          <p15:clr>
            <a:srgbClr val="E46962"/>
          </p15:clr>
        </p15:guide>
        <p15:guide id="17" pos="3270">
          <p15:clr>
            <a:srgbClr val="E46962"/>
          </p15:clr>
        </p15:guide>
        <p15:guide id="18" pos="3375">
          <p15:clr>
            <a:srgbClr val="E46962"/>
          </p15:clr>
        </p15:guide>
        <p15:guide id="19" pos="3713">
          <p15:clr>
            <a:srgbClr val="E46962"/>
          </p15:clr>
        </p15:guide>
        <p15:guide id="20" pos="3815">
          <p15:clr>
            <a:srgbClr val="E46962"/>
          </p15:clr>
        </p15:guide>
        <p15:guide id="21" pos="4156">
          <p15:clr>
            <a:srgbClr val="E46962"/>
          </p15:clr>
        </p15:guide>
        <p15:guide id="22" pos="4260">
          <p15:clr>
            <a:srgbClr val="E46962"/>
          </p15:clr>
        </p15:guide>
        <p15:guide id="23" pos="4600">
          <p15:clr>
            <a:srgbClr val="E46962"/>
          </p15:clr>
        </p15:guide>
        <p15:guide id="24" pos="4705">
          <p15:clr>
            <a:srgbClr val="E46962"/>
          </p15:clr>
        </p15:guide>
        <p15:guide id="25" pos="5043">
          <p15:clr>
            <a:srgbClr val="E46962"/>
          </p15:clr>
        </p15:guide>
        <p15:guide id="26" pos="5148">
          <p15:clr>
            <a:srgbClr val="E46962"/>
          </p15:clr>
        </p15:guide>
        <p15:guide id="27" orient="horz" pos="27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hyperlink" Target="https://cim-staging.au/websites/claremont/news-article.html" TargetMode="External"/><Relationship Id="rId10" Type="http://schemas.openxmlformats.org/officeDocument/2006/relationships/hyperlink" Target="https://cim-staging.au/websites/claremont/news.html" TargetMode="External"/><Relationship Id="rId12" Type="http://schemas.openxmlformats.org/officeDocument/2006/relationships/hyperlink" Target="https://cim-staging.au/websites/claremont/contact-us.html" TargetMode="External"/><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cim-staging.au/websites/claremont/" TargetMode="External"/><Relationship Id="rId4" Type="http://schemas.openxmlformats.org/officeDocument/2006/relationships/hyperlink" Target="https://cim-staging.au/websites/claremont/welcome.html" TargetMode="External"/><Relationship Id="rId9" Type="http://schemas.openxmlformats.org/officeDocument/2006/relationships/hyperlink" Target="https://cim-staging.au/websites/claremont/policies.html" TargetMode="External"/><Relationship Id="rId5" Type="http://schemas.openxmlformats.org/officeDocument/2006/relationships/hyperlink" Target="https://cim-staging.au/websites/claremont/preparatory-program.html" TargetMode="External"/><Relationship Id="rId6" Type="http://schemas.openxmlformats.org/officeDocument/2006/relationships/hyperlink" Target="https://cim-staging.au/websites/claremont/k-6-primary.html" TargetMode="External"/><Relationship Id="rId7" Type="http://schemas.openxmlformats.org/officeDocument/2006/relationships/hyperlink" Target="https://cim-staging.au/websites/claremont/extra-curricular.html" TargetMode="External"/><Relationship Id="rId8" Type="http://schemas.openxmlformats.org/officeDocument/2006/relationships/hyperlink" Target="https://cim-staging.au/websites/claremont/enrolment.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omments" Target="../comments/comment2.xml"/><Relationship Id="rId4" Type="http://schemas.openxmlformats.org/officeDocument/2006/relationships/image" Target="../media/image11.png"/><Relationship Id="rId5"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omments" Target="../comments/comment3.xml"/><Relationship Id="rId4" Type="http://schemas.openxmlformats.org/officeDocument/2006/relationships/image" Target="../media/image13.png"/><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comments" Target="../comments/comment4.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comments" Target="../comments/comment5.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comments" Target="../comments/comment6.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comments" Target="../comments/comment7.xml"/><Relationship Id="rId4" Type="http://schemas.openxmlformats.org/officeDocument/2006/relationships/image" Target="../media/image12.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comments" Target="../comments/comment8.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comments" Target="../comments/comment9.xml"/><Relationship Id="rId4" Type="http://schemas.openxmlformats.org/officeDocument/2006/relationships/image" Target="../media/image22.png"/><Relationship Id="rId5" Type="http://schemas.openxmlformats.org/officeDocument/2006/relationships/image" Target="../media/image17.png"/><Relationship Id="rId6"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comments" Target="../comments/comment10.xml"/><Relationship Id="rId4" Type="http://schemas.openxmlformats.org/officeDocument/2006/relationships/image" Target="../media/image22.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comments" Target="../comments/comment11.xml"/><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comments" Target="../comments/comment1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comments" Target="../comments/comment13.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comments" Target="../comments/comment14.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comments" Target="../comments/comment15.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comments" Target="../comments/comment16.xml"/><Relationship Id="rId4" Type="http://schemas.openxmlformats.org/officeDocument/2006/relationships/image" Target="../media/image44.png"/><Relationship Id="rId5"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comments" Target="../comments/comment17.xml"/><Relationship Id="rId4" Type="http://schemas.openxmlformats.org/officeDocument/2006/relationships/image" Target="../media/image36.png"/><Relationship Id="rId5"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comments" Target="../comments/comment18.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comments" Target="../comments/comment19.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comments" Target="../comments/comment20.xml"/><Relationship Id="rId4" Type="http://schemas.openxmlformats.org/officeDocument/2006/relationships/image" Target="../media/image24.png"/><Relationship Id="rId5"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comments" Target="../comments/comment21.xml"/><Relationship Id="rId4" Type="http://schemas.openxmlformats.org/officeDocument/2006/relationships/image" Target="../media/image39.png"/><Relationship Id="rId5"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comments" Target="../comments/comment22.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comments" Target="../comments/comment23.xml"/><Relationship Id="rId4" Type="http://schemas.openxmlformats.org/officeDocument/2006/relationships/image" Target="../media/image34.png"/><Relationship Id="rId5"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comments" Target="../comments/comment24.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comments" Target="../comments/comment25.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comments" Target="../comments/comment26.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comments" Target="../comments/comment27.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comments" Target="../comments/comment28.xml"/><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comments" Target="../comments/comment29.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comments" Target="../comments/comment30.xml"/><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ph type="ctrTitle"/>
          </p:nvPr>
        </p:nvSpPr>
        <p:spPr>
          <a:xfrm>
            <a:off x="435425" y="4705075"/>
            <a:ext cx="2526600" cy="1230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GB"/>
              <a:t>CLAREMONT WEBSITE REVIEW</a:t>
            </a:r>
            <a:endParaRPr/>
          </a:p>
        </p:txBody>
      </p:sp>
      <p:sp>
        <p:nvSpPr>
          <p:cNvPr id="99" name="Google Shape;99;p16"/>
          <p:cNvSpPr txBox="1"/>
          <p:nvPr>
            <p:ph idx="2" type="ctrTitle"/>
          </p:nvPr>
        </p:nvSpPr>
        <p:spPr>
          <a:xfrm>
            <a:off x="3246152" y="4705076"/>
            <a:ext cx="2526600" cy="246300"/>
          </a:xfrm>
          <a:prstGeom prst="rect">
            <a:avLst/>
          </a:prstGeom>
        </p:spPr>
        <p:txBody>
          <a:bodyPr anchorCtr="0" anchor="b"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a:t>OCT</a:t>
            </a:r>
            <a:endParaRPr/>
          </a:p>
          <a:p>
            <a:pPr indent="0" lvl="0" marL="0" rtl="0" algn="l">
              <a:spcBef>
                <a:spcPts val="0"/>
              </a:spcBef>
              <a:spcAft>
                <a:spcPts val="0"/>
              </a:spcAft>
              <a:buNone/>
            </a:pPr>
            <a:r>
              <a:rPr lang="en-GB"/>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nvSpPr>
        <p:spPr>
          <a:xfrm>
            <a:off x="435425" y="432950"/>
            <a:ext cx="4922400" cy="3190500"/>
          </a:xfrm>
          <a:prstGeom prst="rect">
            <a:avLst/>
          </a:prstGeom>
          <a:noFill/>
          <a:ln>
            <a:noFill/>
          </a:ln>
        </p:spPr>
        <p:txBody>
          <a:bodyPr anchorCtr="0" anchor="t" bIns="0" lIns="0" spcFirstLastPara="1" rIns="0" wrap="square" tIns="0">
            <a:normAutofit/>
          </a:bodyPr>
          <a:lstStyle/>
          <a:p>
            <a:pPr indent="0" lvl="0" marL="0" rtl="0" algn="l">
              <a:lnSpc>
                <a:spcPct val="150000"/>
              </a:lnSpc>
              <a:spcBef>
                <a:spcPts val="0"/>
              </a:spcBef>
              <a:spcAft>
                <a:spcPts val="0"/>
              </a:spcAft>
              <a:buClr>
                <a:schemeClr val="dk1"/>
              </a:buClr>
              <a:buSzPts val="1100"/>
              <a:buFont typeface="Arial"/>
              <a:buNone/>
            </a:pPr>
            <a:r>
              <a:rPr lang="en-GB" sz="1000">
                <a:solidFill>
                  <a:srgbClr val="4461D7"/>
                </a:solidFill>
                <a:uFill>
                  <a:noFill/>
                </a:uFill>
                <a:latin typeface="Libre Franklin"/>
                <a:ea typeface="Libre Franklin"/>
                <a:cs typeface="Libre Franklin"/>
                <a:sym typeface="Libre Franklin"/>
                <a:hlinkClick r:id="rId3">
                  <a:extLst>
                    <a:ext uri="{A12FA001-AC4F-418D-AE19-62706E023703}">
                      <ahyp:hlinkClr val="tx"/>
                    </a:ext>
                  </a:extLst>
                </a:hlinkClick>
              </a:rPr>
              <a:t>https://cim-staging.au/websites/claremont/</a:t>
            </a:r>
            <a:endParaRPr sz="1000">
              <a:solidFill>
                <a:srgbClr val="4461D7"/>
              </a:solidFill>
              <a:latin typeface="Libre Franklin"/>
              <a:ea typeface="Libre Franklin"/>
              <a:cs typeface="Libre Franklin"/>
              <a:sym typeface="Libre Franklin"/>
            </a:endParaRPr>
          </a:p>
          <a:p>
            <a:pPr indent="0" lvl="0" marL="0" rtl="0" algn="l">
              <a:lnSpc>
                <a:spcPct val="150000"/>
              </a:lnSpc>
              <a:spcBef>
                <a:spcPts val="0"/>
              </a:spcBef>
              <a:spcAft>
                <a:spcPts val="0"/>
              </a:spcAft>
              <a:buClr>
                <a:schemeClr val="dk1"/>
              </a:buClr>
              <a:buSzPts val="1100"/>
              <a:buFont typeface="Arial"/>
              <a:buNone/>
            </a:pPr>
            <a:r>
              <a:rPr lang="en-GB" sz="1000">
                <a:solidFill>
                  <a:srgbClr val="4461D7"/>
                </a:solidFill>
                <a:uFill>
                  <a:noFill/>
                </a:uFill>
                <a:latin typeface="Libre Franklin"/>
                <a:ea typeface="Libre Franklin"/>
                <a:cs typeface="Libre Franklin"/>
                <a:sym typeface="Libre Franklin"/>
                <a:hlinkClick r:id="rId4">
                  <a:extLst>
                    <a:ext uri="{A12FA001-AC4F-418D-AE19-62706E023703}">
                      <ahyp:hlinkClr val="tx"/>
                    </a:ext>
                  </a:extLst>
                </a:hlinkClick>
              </a:rPr>
              <a:t>https://cim-staging.au/websites/claremont/welcome.html</a:t>
            </a:r>
            <a:endParaRPr sz="1000">
              <a:solidFill>
                <a:srgbClr val="4461D7"/>
              </a:solidFill>
              <a:latin typeface="Libre Franklin"/>
              <a:ea typeface="Libre Franklin"/>
              <a:cs typeface="Libre Franklin"/>
              <a:sym typeface="Libre Franklin"/>
            </a:endParaRPr>
          </a:p>
          <a:p>
            <a:pPr indent="0" lvl="0" marL="0" rtl="0" algn="l">
              <a:lnSpc>
                <a:spcPct val="150000"/>
              </a:lnSpc>
              <a:spcBef>
                <a:spcPts val="0"/>
              </a:spcBef>
              <a:spcAft>
                <a:spcPts val="0"/>
              </a:spcAft>
              <a:buClr>
                <a:schemeClr val="dk1"/>
              </a:buClr>
              <a:buSzPts val="1100"/>
              <a:buFont typeface="Arial"/>
              <a:buNone/>
            </a:pPr>
            <a:r>
              <a:rPr lang="en-GB" sz="1000">
                <a:solidFill>
                  <a:srgbClr val="4461D7"/>
                </a:solidFill>
                <a:uFill>
                  <a:noFill/>
                </a:uFill>
                <a:latin typeface="Libre Franklin"/>
                <a:ea typeface="Libre Franklin"/>
                <a:cs typeface="Libre Franklin"/>
                <a:sym typeface="Libre Franklin"/>
                <a:hlinkClick r:id="rId5">
                  <a:extLst>
                    <a:ext uri="{A12FA001-AC4F-418D-AE19-62706E023703}">
                      <ahyp:hlinkClr val="tx"/>
                    </a:ext>
                  </a:extLst>
                </a:hlinkClick>
              </a:rPr>
              <a:t>https://cim-staging.au/websites/claremont/preparatory-program.html</a:t>
            </a:r>
            <a:endParaRPr sz="1000">
              <a:solidFill>
                <a:srgbClr val="4461D7"/>
              </a:solidFill>
              <a:latin typeface="Libre Franklin"/>
              <a:ea typeface="Libre Franklin"/>
              <a:cs typeface="Libre Franklin"/>
              <a:sym typeface="Libre Franklin"/>
            </a:endParaRPr>
          </a:p>
          <a:p>
            <a:pPr indent="0" lvl="0" marL="0" rtl="0" algn="l">
              <a:lnSpc>
                <a:spcPct val="150000"/>
              </a:lnSpc>
              <a:spcBef>
                <a:spcPts val="0"/>
              </a:spcBef>
              <a:spcAft>
                <a:spcPts val="0"/>
              </a:spcAft>
              <a:buClr>
                <a:schemeClr val="dk1"/>
              </a:buClr>
              <a:buSzPts val="1100"/>
              <a:buFont typeface="Arial"/>
              <a:buNone/>
            </a:pPr>
            <a:r>
              <a:rPr lang="en-GB" sz="1000">
                <a:solidFill>
                  <a:srgbClr val="4461D7"/>
                </a:solidFill>
                <a:uFill>
                  <a:noFill/>
                </a:uFill>
                <a:latin typeface="Libre Franklin"/>
                <a:ea typeface="Libre Franklin"/>
                <a:cs typeface="Libre Franklin"/>
                <a:sym typeface="Libre Franklin"/>
                <a:hlinkClick r:id="rId6">
                  <a:extLst>
                    <a:ext uri="{A12FA001-AC4F-418D-AE19-62706E023703}">
                      <ahyp:hlinkClr val="tx"/>
                    </a:ext>
                  </a:extLst>
                </a:hlinkClick>
              </a:rPr>
              <a:t>https://cim-staging.au/websites/claremont/k-6-primary.html</a:t>
            </a:r>
            <a:endParaRPr sz="1000">
              <a:solidFill>
                <a:srgbClr val="4461D7"/>
              </a:solidFill>
              <a:latin typeface="Libre Franklin"/>
              <a:ea typeface="Libre Franklin"/>
              <a:cs typeface="Libre Franklin"/>
              <a:sym typeface="Libre Franklin"/>
            </a:endParaRPr>
          </a:p>
          <a:p>
            <a:pPr indent="0" lvl="0" marL="0" rtl="0" algn="l">
              <a:lnSpc>
                <a:spcPct val="150000"/>
              </a:lnSpc>
              <a:spcBef>
                <a:spcPts val="0"/>
              </a:spcBef>
              <a:spcAft>
                <a:spcPts val="0"/>
              </a:spcAft>
              <a:buClr>
                <a:schemeClr val="dk1"/>
              </a:buClr>
              <a:buSzPts val="1100"/>
              <a:buFont typeface="Arial"/>
              <a:buNone/>
            </a:pPr>
            <a:r>
              <a:rPr lang="en-GB" sz="1000">
                <a:solidFill>
                  <a:srgbClr val="4461D7"/>
                </a:solidFill>
                <a:uFill>
                  <a:noFill/>
                </a:uFill>
                <a:latin typeface="Libre Franklin"/>
                <a:ea typeface="Libre Franklin"/>
                <a:cs typeface="Libre Franklin"/>
                <a:sym typeface="Libre Franklin"/>
                <a:hlinkClick r:id="rId7">
                  <a:extLst>
                    <a:ext uri="{A12FA001-AC4F-418D-AE19-62706E023703}">
                      <ahyp:hlinkClr val="tx"/>
                    </a:ext>
                  </a:extLst>
                </a:hlinkClick>
              </a:rPr>
              <a:t>https://cim-staging.au/websites/claremont/extra-curricular.html</a:t>
            </a:r>
            <a:endParaRPr sz="1000">
              <a:solidFill>
                <a:srgbClr val="4461D7"/>
              </a:solidFill>
              <a:latin typeface="Libre Franklin"/>
              <a:ea typeface="Libre Franklin"/>
              <a:cs typeface="Libre Franklin"/>
              <a:sym typeface="Libre Franklin"/>
            </a:endParaRPr>
          </a:p>
          <a:p>
            <a:pPr indent="0" lvl="0" marL="0" rtl="0" algn="l">
              <a:lnSpc>
                <a:spcPct val="150000"/>
              </a:lnSpc>
              <a:spcBef>
                <a:spcPts val="0"/>
              </a:spcBef>
              <a:spcAft>
                <a:spcPts val="0"/>
              </a:spcAft>
              <a:buClr>
                <a:schemeClr val="dk1"/>
              </a:buClr>
              <a:buSzPts val="1100"/>
              <a:buFont typeface="Arial"/>
              <a:buNone/>
            </a:pPr>
            <a:r>
              <a:rPr lang="en-GB" sz="1000">
                <a:solidFill>
                  <a:srgbClr val="4461D7"/>
                </a:solidFill>
                <a:uFill>
                  <a:noFill/>
                </a:uFill>
                <a:latin typeface="Libre Franklin"/>
                <a:ea typeface="Libre Franklin"/>
                <a:cs typeface="Libre Franklin"/>
                <a:sym typeface="Libre Franklin"/>
                <a:hlinkClick r:id="rId8">
                  <a:extLst>
                    <a:ext uri="{A12FA001-AC4F-418D-AE19-62706E023703}">
                      <ahyp:hlinkClr val="tx"/>
                    </a:ext>
                  </a:extLst>
                </a:hlinkClick>
              </a:rPr>
              <a:t>https://cim-staging.au/websites/claremont/enrolment.html</a:t>
            </a:r>
            <a:endParaRPr sz="1000">
              <a:solidFill>
                <a:srgbClr val="4461D7"/>
              </a:solidFill>
              <a:latin typeface="Libre Franklin"/>
              <a:ea typeface="Libre Franklin"/>
              <a:cs typeface="Libre Franklin"/>
              <a:sym typeface="Libre Franklin"/>
            </a:endParaRPr>
          </a:p>
          <a:p>
            <a:pPr indent="0" lvl="0" marL="0" rtl="0" algn="l">
              <a:lnSpc>
                <a:spcPct val="150000"/>
              </a:lnSpc>
              <a:spcBef>
                <a:spcPts val="0"/>
              </a:spcBef>
              <a:spcAft>
                <a:spcPts val="0"/>
              </a:spcAft>
              <a:buClr>
                <a:schemeClr val="dk1"/>
              </a:buClr>
              <a:buSzPts val="1100"/>
              <a:buFont typeface="Arial"/>
              <a:buNone/>
            </a:pPr>
            <a:r>
              <a:rPr lang="en-GB" sz="1000">
                <a:solidFill>
                  <a:srgbClr val="4461D7"/>
                </a:solidFill>
                <a:uFill>
                  <a:noFill/>
                </a:uFill>
                <a:latin typeface="Libre Franklin"/>
                <a:ea typeface="Libre Franklin"/>
                <a:cs typeface="Libre Franklin"/>
                <a:sym typeface="Libre Franklin"/>
                <a:hlinkClick r:id="rId9">
                  <a:extLst>
                    <a:ext uri="{A12FA001-AC4F-418D-AE19-62706E023703}">
                      <ahyp:hlinkClr val="tx"/>
                    </a:ext>
                  </a:extLst>
                </a:hlinkClick>
              </a:rPr>
              <a:t>https://cim-staging.au/websites/claremont/policies.html</a:t>
            </a:r>
            <a:endParaRPr sz="1000">
              <a:solidFill>
                <a:srgbClr val="4461D7"/>
              </a:solidFill>
              <a:latin typeface="Libre Franklin"/>
              <a:ea typeface="Libre Franklin"/>
              <a:cs typeface="Libre Franklin"/>
              <a:sym typeface="Libre Franklin"/>
            </a:endParaRPr>
          </a:p>
          <a:p>
            <a:pPr indent="0" lvl="0" marL="0" rtl="0" algn="l">
              <a:lnSpc>
                <a:spcPct val="150000"/>
              </a:lnSpc>
              <a:spcBef>
                <a:spcPts val="0"/>
              </a:spcBef>
              <a:spcAft>
                <a:spcPts val="0"/>
              </a:spcAft>
              <a:buClr>
                <a:schemeClr val="dk1"/>
              </a:buClr>
              <a:buSzPts val="1100"/>
              <a:buFont typeface="Arial"/>
              <a:buNone/>
            </a:pPr>
            <a:r>
              <a:rPr lang="en-GB" sz="1000">
                <a:solidFill>
                  <a:srgbClr val="4461D7"/>
                </a:solidFill>
                <a:uFill>
                  <a:noFill/>
                </a:uFill>
                <a:latin typeface="Libre Franklin"/>
                <a:ea typeface="Libre Franklin"/>
                <a:cs typeface="Libre Franklin"/>
                <a:sym typeface="Libre Franklin"/>
                <a:hlinkClick r:id="rId10">
                  <a:extLst>
                    <a:ext uri="{A12FA001-AC4F-418D-AE19-62706E023703}">
                      <ahyp:hlinkClr val="tx"/>
                    </a:ext>
                  </a:extLst>
                </a:hlinkClick>
              </a:rPr>
              <a:t>https://cim-staging.au/websites/claremont/news.html</a:t>
            </a:r>
            <a:endParaRPr sz="1000">
              <a:solidFill>
                <a:srgbClr val="4461D7"/>
              </a:solidFill>
              <a:latin typeface="Libre Franklin"/>
              <a:ea typeface="Libre Franklin"/>
              <a:cs typeface="Libre Franklin"/>
              <a:sym typeface="Libre Franklin"/>
            </a:endParaRPr>
          </a:p>
          <a:p>
            <a:pPr indent="0" lvl="0" marL="0" rtl="0" algn="l">
              <a:lnSpc>
                <a:spcPct val="150000"/>
              </a:lnSpc>
              <a:spcBef>
                <a:spcPts val="0"/>
              </a:spcBef>
              <a:spcAft>
                <a:spcPts val="0"/>
              </a:spcAft>
              <a:buClr>
                <a:schemeClr val="dk1"/>
              </a:buClr>
              <a:buSzPts val="1100"/>
              <a:buFont typeface="Arial"/>
              <a:buNone/>
            </a:pPr>
            <a:r>
              <a:rPr lang="en-GB" sz="1000">
                <a:solidFill>
                  <a:srgbClr val="4461D7"/>
                </a:solidFill>
                <a:uFill>
                  <a:noFill/>
                </a:uFill>
                <a:latin typeface="Libre Franklin"/>
                <a:ea typeface="Libre Franklin"/>
                <a:cs typeface="Libre Franklin"/>
                <a:sym typeface="Libre Franklin"/>
                <a:hlinkClick r:id="rId11">
                  <a:extLst>
                    <a:ext uri="{A12FA001-AC4F-418D-AE19-62706E023703}">
                      <ahyp:hlinkClr val="tx"/>
                    </a:ext>
                  </a:extLst>
                </a:hlinkClick>
              </a:rPr>
              <a:t>https://cim-staging.au/websites/claremont/news-article.html</a:t>
            </a:r>
            <a:endParaRPr sz="1000">
              <a:solidFill>
                <a:srgbClr val="4461D7"/>
              </a:solidFill>
              <a:latin typeface="Libre Franklin"/>
              <a:ea typeface="Libre Franklin"/>
              <a:cs typeface="Libre Franklin"/>
              <a:sym typeface="Libre Franklin"/>
            </a:endParaRPr>
          </a:p>
          <a:p>
            <a:pPr indent="0" lvl="0" marL="0" rtl="0" algn="l">
              <a:lnSpc>
                <a:spcPct val="150000"/>
              </a:lnSpc>
              <a:spcBef>
                <a:spcPts val="0"/>
              </a:spcBef>
              <a:spcAft>
                <a:spcPts val="0"/>
              </a:spcAft>
              <a:buClr>
                <a:schemeClr val="dk1"/>
              </a:buClr>
              <a:buSzPts val="1100"/>
              <a:buFont typeface="Arial"/>
              <a:buNone/>
            </a:pPr>
            <a:r>
              <a:rPr lang="en-GB" sz="1000">
                <a:solidFill>
                  <a:srgbClr val="4461D7"/>
                </a:solidFill>
                <a:uFill>
                  <a:noFill/>
                </a:uFill>
                <a:latin typeface="Libre Franklin"/>
                <a:ea typeface="Libre Franklin"/>
                <a:cs typeface="Libre Franklin"/>
                <a:sym typeface="Libre Franklin"/>
                <a:hlinkClick r:id="rId12">
                  <a:extLst>
                    <a:ext uri="{A12FA001-AC4F-418D-AE19-62706E023703}">
                      <ahyp:hlinkClr val="tx"/>
                    </a:ext>
                  </a:extLst>
                </a:hlinkClick>
              </a:rPr>
              <a:t>https://cim-staging.au/websites/claremont/contact-us.html</a:t>
            </a:r>
            <a:endParaRPr sz="3000">
              <a:solidFill>
                <a:srgbClr val="4461D7"/>
              </a:solidFill>
              <a:latin typeface="Libre Franklin"/>
              <a:ea typeface="Libre Franklin"/>
              <a:cs typeface="Libre Franklin"/>
              <a:sym typeface="Libre Franklin"/>
            </a:endParaRPr>
          </a:p>
        </p:txBody>
      </p:sp>
      <p:sp>
        <p:nvSpPr>
          <p:cNvPr id="105" name="Google Shape;105;p17"/>
          <p:cNvSpPr txBox="1"/>
          <p:nvPr>
            <p:ph type="ctrTitle"/>
          </p:nvPr>
        </p:nvSpPr>
        <p:spPr>
          <a:xfrm>
            <a:off x="435425" y="173175"/>
            <a:ext cx="40548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PAGES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idx="1" type="body"/>
          </p:nvPr>
        </p:nvSpPr>
        <p:spPr>
          <a:xfrm>
            <a:off x="435425" y="1396188"/>
            <a:ext cx="4054800" cy="82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sz="1200"/>
              <a:t>I j</a:t>
            </a:r>
            <a:r>
              <a:rPr lang="en-GB" sz="1200"/>
              <a:t>ust wanted to say, it is quite </a:t>
            </a:r>
            <a:r>
              <a:rPr lang="en-GB" sz="1200"/>
              <a:t>refreshing</a:t>
            </a:r>
            <a:r>
              <a:rPr lang="en-GB" sz="1200"/>
              <a:t> to receive a first build that is this excellent. You have added </a:t>
            </a:r>
            <a:r>
              <a:rPr lang="en-GB" sz="1200"/>
              <a:t>animation</a:t>
            </a:r>
            <a:r>
              <a:rPr lang="en-GB" sz="1200"/>
              <a:t> that just works and nailed so much of the design translation, even across various breakpoints, </a:t>
            </a:r>
            <a:r>
              <a:rPr lang="en-GB" sz="1200"/>
              <a:t>thank</a:t>
            </a:r>
            <a:r>
              <a:rPr lang="en-GB" sz="1200"/>
              <a:t> you.</a:t>
            </a:r>
            <a:endParaRPr sz="1200"/>
          </a:p>
        </p:txBody>
      </p:sp>
      <p:sp>
        <p:nvSpPr>
          <p:cNvPr id="111" name="Google Shape;111;p18"/>
          <p:cNvSpPr txBox="1"/>
          <p:nvPr>
            <p:ph type="ctrTitle"/>
          </p:nvPr>
        </p:nvSpPr>
        <p:spPr>
          <a:xfrm>
            <a:off x="435425" y="432975"/>
            <a:ext cx="4114500" cy="36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First things, first.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nvSpPr>
        <p:spPr>
          <a:xfrm>
            <a:off x="435425" y="432950"/>
            <a:ext cx="4922400" cy="3190500"/>
          </a:xfrm>
          <a:prstGeom prst="rect">
            <a:avLst/>
          </a:prstGeom>
          <a:noFill/>
          <a:ln>
            <a:noFill/>
          </a:ln>
        </p:spPr>
        <p:txBody>
          <a:bodyPr anchorCtr="0" anchor="t" bIns="0" lIns="0" spcFirstLastPara="1" rIns="0" wrap="square" tIns="0">
            <a:normAutofit/>
          </a:bodyPr>
          <a:lstStyle/>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Nav, quick nav, footer and  search on Desktop through Mobile.</a:t>
            </a:r>
            <a:endParaRPr sz="1000">
              <a:solidFill>
                <a:schemeClr val="dk1"/>
              </a:solidFill>
              <a:latin typeface="Libre Franklin"/>
              <a:ea typeface="Libre Franklin"/>
              <a:cs typeface="Libre Franklin"/>
              <a:sym typeface="Libre Franklin"/>
            </a:endParaRPr>
          </a:p>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Homepage </a:t>
            </a:r>
            <a:r>
              <a:rPr lang="en-GB" sz="1000">
                <a:solidFill>
                  <a:schemeClr val="dk1"/>
                </a:solidFill>
                <a:latin typeface="Libre Franklin"/>
                <a:ea typeface="Libre Franklin"/>
                <a:cs typeface="Libre Franklin"/>
                <a:sym typeface="Libre Franklin"/>
              </a:rPr>
              <a:t>Desktop through Mobile.</a:t>
            </a:r>
            <a:endParaRPr sz="1000">
              <a:solidFill>
                <a:schemeClr val="dk1"/>
              </a:solidFill>
              <a:latin typeface="Libre Franklin"/>
              <a:ea typeface="Libre Franklin"/>
              <a:cs typeface="Libre Franklin"/>
              <a:sym typeface="Libre Franklin"/>
            </a:endParaRPr>
          </a:p>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Welcome Desktop through Mobile.</a:t>
            </a:r>
            <a:endParaRPr sz="1000">
              <a:solidFill>
                <a:schemeClr val="dk1"/>
              </a:solidFill>
              <a:latin typeface="Libre Franklin"/>
              <a:ea typeface="Libre Franklin"/>
              <a:cs typeface="Libre Franklin"/>
              <a:sym typeface="Libre Franklin"/>
            </a:endParaRPr>
          </a:p>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Preparatory program Desktop through Mobile.</a:t>
            </a:r>
            <a:endParaRPr sz="1000">
              <a:solidFill>
                <a:schemeClr val="dk1"/>
              </a:solidFill>
              <a:latin typeface="Libre Franklin"/>
              <a:ea typeface="Libre Franklin"/>
              <a:cs typeface="Libre Franklin"/>
              <a:sym typeface="Libre Franklin"/>
            </a:endParaRPr>
          </a:p>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K6 Primary Desktop through Mobile.</a:t>
            </a:r>
            <a:endParaRPr sz="1000">
              <a:solidFill>
                <a:schemeClr val="dk1"/>
              </a:solidFill>
              <a:latin typeface="Libre Franklin"/>
              <a:ea typeface="Libre Franklin"/>
              <a:cs typeface="Libre Franklin"/>
              <a:sym typeface="Libre Franklin"/>
            </a:endParaRPr>
          </a:p>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Extra-curricular Desktop through Mobile.</a:t>
            </a:r>
            <a:endParaRPr sz="1000">
              <a:solidFill>
                <a:schemeClr val="dk1"/>
              </a:solidFill>
              <a:latin typeface="Libre Franklin"/>
              <a:ea typeface="Libre Franklin"/>
              <a:cs typeface="Libre Franklin"/>
              <a:sym typeface="Libre Franklin"/>
            </a:endParaRPr>
          </a:p>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Enrolment Desktop through Mobile.</a:t>
            </a:r>
            <a:endParaRPr sz="1000">
              <a:solidFill>
                <a:schemeClr val="dk1"/>
              </a:solidFill>
              <a:latin typeface="Libre Franklin"/>
              <a:ea typeface="Libre Franklin"/>
              <a:cs typeface="Libre Franklin"/>
              <a:sym typeface="Libre Franklin"/>
            </a:endParaRPr>
          </a:p>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Policies Desktop through Mobile.</a:t>
            </a:r>
            <a:endParaRPr sz="1000">
              <a:solidFill>
                <a:schemeClr val="dk1"/>
              </a:solidFill>
              <a:latin typeface="Libre Franklin"/>
              <a:ea typeface="Libre Franklin"/>
              <a:cs typeface="Libre Franklin"/>
              <a:sym typeface="Libre Franklin"/>
            </a:endParaRPr>
          </a:p>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News Desktop through Mobile.</a:t>
            </a:r>
            <a:endParaRPr sz="1000">
              <a:solidFill>
                <a:schemeClr val="dk1"/>
              </a:solidFill>
              <a:latin typeface="Libre Franklin"/>
              <a:ea typeface="Libre Franklin"/>
              <a:cs typeface="Libre Franklin"/>
              <a:sym typeface="Libre Franklin"/>
            </a:endParaRPr>
          </a:p>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News Article Desktop through Mobile.</a:t>
            </a:r>
            <a:endParaRPr sz="1000">
              <a:solidFill>
                <a:schemeClr val="dk1"/>
              </a:solidFill>
              <a:latin typeface="Libre Franklin"/>
              <a:ea typeface="Libre Franklin"/>
              <a:cs typeface="Libre Franklin"/>
              <a:sym typeface="Libre Franklin"/>
            </a:endParaRPr>
          </a:p>
          <a:p>
            <a:pPr indent="-292100" lvl="0" marL="457200" rtl="0" algn="l">
              <a:lnSpc>
                <a:spcPct val="115000"/>
              </a:lnSpc>
              <a:spcBef>
                <a:spcPts val="0"/>
              </a:spcBef>
              <a:spcAft>
                <a:spcPts val="0"/>
              </a:spcAft>
              <a:buClr>
                <a:schemeClr val="dk1"/>
              </a:buClr>
              <a:buSzPts val="1000"/>
              <a:buFont typeface="Libre Franklin"/>
              <a:buChar char="●"/>
            </a:pPr>
            <a:r>
              <a:rPr lang="en-GB" sz="1000">
                <a:solidFill>
                  <a:schemeClr val="dk1"/>
                </a:solidFill>
                <a:latin typeface="Libre Franklin"/>
                <a:ea typeface="Libre Franklin"/>
                <a:cs typeface="Libre Franklin"/>
                <a:sym typeface="Libre Franklin"/>
              </a:rPr>
              <a:t>Contact Us Desktop through Mobile.</a:t>
            </a:r>
            <a:endParaRPr sz="1000">
              <a:solidFill>
                <a:schemeClr val="dk1"/>
              </a:solidFill>
              <a:latin typeface="Libre Franklin"/>
              <a:ea typeface="Libre Franklin"/>
              <a:cs typeface="Libre Franklin"/>
              <a:sym typeface="Libre Franklin"/>
            </a:endParaRPr>
          </a:p>
          <a:p>
            <a:pPr indent="0" lvl="0" marL="457200" rtl="0" algn="l">
              <a:lnSpc>
                <a:spcPct val="115000"/>
              </a:lnSpc>
              <a:spcBef>
                <a:spcPts val="0"/>
              </a:spcBef>
              <a:spcAft>
                <a:spcPts val="0"/>
              </a:spcAft>
              <a:buNone/>
            </a:pPr>
            <a:r>
              <a:t/>
            </a:r>
            <a:endParaRPr sz="1000">
              <a:solidFill>
                <a:schemeClr val="dk1"/>
              </a:solidFill>
              <a:latin typeface="Libre Franklin"/>
              <a:ea typeface="Libre Franklin"/>
              <a:cs typeface="Libre Franklin"/>
              <a:sym typeface="Libre Franklin"/>
            </a:endParaRPr>
          </a:p>
          <a:p>
            <a:pPr indent="0" lvl="0" marL="0" rtl="0" algn="l">
              <a:lnSpc>
                <a:spcPct val="115000"/>
              </a:lnSpc>
              <a:spcBef>
                <a:spcPts val="0"/>
              </a:spcBef>
              <a:spcAft>
                <a:spcPts val="0"/>
              </a:spcAft>
              <a:buNone/>
            </a:pPr>
            <a:r>
              <a:t/>
            </a:r>
            <a:endParaRPr sz="1000">
              <a:solidFill>
                <a:schemeClr val="dk1"/>
              </a:solidFill>
              <a:latin typeface="Libre Franklin"/>
              <a:ea typeface="Libre Franklin"/>
              <a:cs typeface="Libre Franklin"/>
              <a:sym typeface="Libre Franklin"/>
            </a:endParaRPr>
          </a:p>
        </p:txBody>
      </p:sp>
      <p:sp>
        <p:nvSpPr>
          <p:cNvPr id="117" name="Google Shape;117;p19"/>
          <p:cNvSpPr txBox="1"/>
          <p:nvPr>
            <p:ph type="ctrTitle"/>
          </p:nvPr>
        </p:nvSpPr>
        <p:spPr>
          <a:xfrm>
            <a:off x="435425" y="173175"/>
            <a:ext cx="40548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CHECKS COMPLETED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ctrTitle"/>
          </p:nvPr>
        </p:nvSpPr>
        <p:spPr>
          <a:xfrm>
            <a:off x="435425" y="432976"/>
            <a:ext cx="7569600" cy="181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GB"/>
              <a:t>Homepage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pic>
        <p:nvPicPr>
          <p:cNvPr id="128" name="Google Shape;128;p21" title="Screenshot 2026-10-13 at 12.16.18 pm.png"/>
          <p:cNvPicPr preferRelativeResize="0"/>
          <p:nvPr/>
        </p:nvPicPr>
        <p:blipFill>
          <a:blip r:embed="rId4">
            <a:alphaModFix/>
          </a:blip>
          <a:stretch>
            <a:fillRect/>
          </a:stretch>
        </p:blipFill>
        <p:spPr>
          <a:xfrm>
            <a:off x="435425" y="403200"/>
            <a:ext cx="6273285" cy="4567123"/>
          </a:xfrm>
          <a:prstGeom prst="rect">
            <a:avLst/>
          </a:prstGeom>
          <a:noFill/>
          <a:ln>
            <a:noFill/>
          </a:ln>
        </p:spPr>
      </p:pic>
      <p:cxnSp>
        <p:nvCxnSpPr>
          <p:cNvPr id="129" name="Google Shape;129;p21"/>
          <p:cNvCxnSpPr/>
          <p:nvPr/>
        </p:nvCxnSpPr>
        <p:spPr>
          <a:xfrm flipH="1">
            <a:off x="5838450" y="219725"/>
            <a:ext cx="1590000" cy="370200"/>
          </a:xfrm>
          <a:prstGeom prst="straightConnector1">
            <a:avLst/>
          </a:prstGeom>
          <a:noFill/>
          <a:ln cap="flat" cmpd="sng" w="9525">
            <a:solidFill>
              <a:srgbClr val="FF9900"/>
            </a:solidFill>
            <a:prstDash val="solid"/>
            <a:round/>
            <a:headEnd len="med" w="med" type="none"/>
            <a:tailEnd len="med" w="med" type="triangle"/>
          </a:ln>
        </p:spPr>
      </p:cxnSp>
      <p:cxnSp>
        <p:nvCxnSpPr>
          <p:cNvPr id="130" name="Google Shape;130;p21"/>
          <p:cNvCxnSpPr/>
          <p:nvPr/>
        </p:nvCxnSpPr>
        <p:spPr>
          <a:xfrm flipH="1">
            <a:off x="3303150" y="1183125"/>
            <a:ext cx="1590000" cy="370200"/>
          </a:xfrm>
          <a:prstGeom prst="straightConnector1">
            <a:avLst/>
          </a:prstGeom>
          <a:noFill/>
          <a:ln cap="flat" cmpd="sng" w="9525">
            <a:solidFill>
              <a:srgbClr val="FF9900"/>
            </a:solidFill>
            <a:prstDash val="solid"/>
            <a:round/>
            <a:headEnd len="med" w="med" type="none"/>
            <a:tailEnd len="med" w="med" type="triangle"/>
          </a:ln>
        </p:spPr>
      </p:cxnSp>
      <p:cxnSp>
        <p:nvCxnSpPr>
          <p:cNvPr id="131" name="Google Shape;131;p21"/>
          <p:cNvCxnSpPr/>
          <p:nvPr/>
        </p:nvCxnSpPr>
        <p:spPr>
          <a:xfrm flipH="1">
            <a:off x="2001700" y="247850"/>
            <a:ext cx="1590000" cy="370200"/>
          </a:xfrm>
          <a:prstGeom prst="straightConnector1">
            <a:avLst/>
          </a:prstGeom>
          <a:noFill/>
          <a:ln cap="flat" cmpd="sng" w="9525">
            <a:solidFill>
              <a:srgbClr val="FF9900"/>
            </a:solidFill>
            <a:prstDash val="solid"/>
            <a:round/>
            <a:headEnd len="med" w="med" type="none"/>
            <a:tailEnd len="med" w="med" type="triangle"/>
          </a:ln>
        </p:spPr>
      </p:cxnSp>
      <p:cxnSp>
        <p:nvCxnSpPr>
          <p:cNvPr id="132" name="Google Shape;132;p21"/>
          <p:cNvCxnSpPr/>
          <p:nvPr/>
        </p:nvCxnSpPr>
        <p:spPr>
          <a:xfrm flipH="1">
            <a:off x="2777063" y="3002875"/>
            <a:ext cx="1590000" cy="370200"/>
          </a:xfrm>
          <a:prstGeom prst="straightConnector1">
            <a:avLst/>
          </a:prstGeom>
          <a:noFill/>
          <a:ln cap="flat" cmpd="sng" w="9525">
            <a:solidFill>
              <a:srgbClr val="FF9900"/>
            </a:solidFill>
            <a:prstDash val="solid"/>
            <a:round/>
            <a:headEnd len="med" w="med" type="none"/>
            <a:tailEnd len="med" w="med" type="triangle"/>
          </a:ln>
        </p:spPr>
      </p:cxnSp>
      <p:cxnSp>
        <p:nvCxnSpPr>
          <p:cNvPr id="133" name="Google Shape;133;p21"/>
          <p:cNvCxnSpPr/>
          <p:nvPr/>
        </p:nvCxnSpPr>
        <p:spPr>
          <a:xfrm flipH="1">
            <a:off x="6674375" y="1326800"/>
            <a:ext cx="1590000" cy="3702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pic>
        <p:nvPicPr>
          <p:cNvPr id="139" name="Google Shape;139;p22" title="Screenshot 2026-10-13 at 12.56.27 pm.png"/>
          <p:cNvPicPr preferRelativeResize="0"/>
          <p:nvPr/>
        </p:nvPicPr>
        <p:blipFill>
          <a:blip r:embed="rId4">
            <a:alphaModFix/>
          </a:blip>
          <a:stretch>
            <a:fillRect/>
          </a:stretch>
        </p:blipFill>
        <p:spPr>
          <a:xfrm>
            <a:off x="6033976" y="432950"/>
            <a:ext cx="2114101" cy="3787750"/>
          </a:xfrm>
          <a:prstGeom prst="rect">
            <a:avLst/>
          </a:prstGeom>
          <a:noFill/>
          <a:ln>
            <a:noFill/>
          </a:ln>
        </p:spPr>
      </p:pic>
      <p:pic>
        <p:nvPicPr>
          <p:cNvPr id="140" name="Google Shape;140;p22" title="Screenshot 2026-10-13 at 12.53.32 pm.png"/>
          <p:cNvPicPr preferRelativeResize="0"/>
          <p:nvPr/>
        </p:nvPicPr>
        <p:blipFill>
          <a:blip r:embed="rId5">
            <a:alphaModFix/>
          </a:blip>
          <a:stretch>
            <a:fillRect/>
          </a:stretch>
        </p:blipFill>
        <p:spPr>
          <a:xfrm>
            <a:off x="435425" y="432950"/>
            <a:ext cx="5270627" cy="3875148"/>
          </a:xfrm>
          <a:prstGeom prst="rect">
            <a:avLst/>
          </a:prstGeom>
          <a:noFill/>
          <a:ln>
            <a:noFill/>
          </a:ln>
        </p:spPr>
      </p:pic>
      <p:cxnSp>
        <p:nvCxnSpPr>
          <p:cNvPr id="141" name="Google Shape;141;p22"/>
          <p:cNvCxnSpPr/>
          <p:nvPr/>
        </p:nvCxnSpPr>
        <p:spPr>
          <a:xfrm flipH="1">
            <a:off x="2813875" y="1529250"/>
            <a:ext cx="3075900" cy="1026300"/>
          </a:xfrm>
          <a:prstGeom prst="straightConnector1">
            <a:avLst/>
          </a:prstGeom>
          <a:noFill/>
          <a:ln cap="flat" cmpd="sng" w="9525">
            <a:solidFill>
              <a:srgbClr val="FF9900"/>
            </a:solidFill>
            <a:prstDash val="solid"/>
            <a:round/>
            <a:headEnd len="med" w="med" type="none"/>
            <a:tailEnd len="med" w="med" type="triangle"/>
          </a:ln>
        </p:spPr>
      </p:cxnSp>
      <p:cxnSp>
        <p:nvCxnSpPr>
          <p:cNvPr id="142" name="Google Shape;142;p22"/>
          <p:cNvCxnSpPr/>
          <p:nvPr/>
        </p:nvCxnSpPr>
        <p:spPr>
          <a:xfrm flipH="1">
            <a:off x="7577775" y="1712775"/>
            <a:ext cx="1188300" cy="3885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pic>
        <p:nvPicPr>
          <p:cNvPr id="148" name="Google Shape;148;p23" title="Screenshot 2026-10-13 at 12.31.08 pm.png"/>
          <p:cNvPicPr preferRelativeResize="0"/>
          <p:nvPr/>
        </p:nvPicPr>
        <p:blipFill>
          <a:blip r:embed="rId4">
            <a:alphaModFix/>
          </a:blip>
          <a:stretch>
            <a:fillRect/>
          </a:stretch>
        </p:blipFill>
        <p:spPr>
          <a:xfrm>
            <a:off x="435426" y="656902"/>
            <a:ext cx="8273152" cy="2225833"/>
          </a:xfrm>
          <a:prstGeom prst="rect">
            <a:avLst/>
          </a:prstGeom>
          <a:noFill/>
          <a:ln>
            <a:noFill/>
          </a:ln>
        </p:spPr>
      </p:pic>
      <p:pic>
        <p:nvPicPr>
          <p:cNvPr id="149" name="Google Shape;149;p23" title="Screenshot 2026-10-13 at 12.31.13 pm.png"/>
          <p:cNvPicPr preferRelativeResize="0"/>
          <p:nvPr/>
        </p:nvPicPr>
        <p:blipFill>
          <a:blip r:embed="rId5">
            <a:alphaModFix/>
          </a:blip>
          <a:stretch>
            <a:fillRect/>
          </a:stretch>
        </p:blipFill>
        <p:spPr>
          <a:xfrm>
            <a:off x="435425" y="3207318"/>
            <a:ext cx="3536060" cy="1378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pic>
        <p:nvPicPr>
          <p:cNvPr id="155" name="Google Shape;155;p24" title="Screenshot 2026-10-13 at 12.26.50 pm.png"/>
          <p:cNvPicPr preferRelativeResize="0"/>
          <p:nvPr/>
        </p:nvPicPr>
        <p:blipFill>
          <a:blip r:embed="rId4">
            <a:alphaModFix/>
          </a:blip>
          <a:stretch>
            <a:fillRect/>
          </a:stretch>
        </p:blipFill>
        <p:spPr>
          <a:xfrm>
            <a:off x="435425" y="1094825"/>
            <a:ext cx="7789824" cy="3575400"/>
          </a:xfrm>
          <a:prstGeom prst="rect">
            <a:avLst/>
          </a:prstGeom>
          <a:noFill/>
          <a:ln>
            <a:noFill/>
          </a:ln>
        </p:spPr>
      </p:pic>
      <p:cxnSp>
        <p:nvCxnSpPr>
          <p:cNvPr id="156" name="Google Shape;156;p24"/>
          <p:cNvCxnSpPr/>
          <p:nvPr/>
        </p:nvCxnSpPr>
        <p:spPr>
          <a:xfrm flipH="1">
            <a:off x="6763150" y="1961800"/>
            <a:ext cx="1590000" cy="370200"/>
          </a:xfrm>
          <a:prstGeom prst="straightConnector1">
            <a:avLst/>
          </a:prstGeom>
          <a:noFill/>
          <a:ln cap="flat" cmpd="sng" w="9525">
            <a:solidFill>
              <a:srgbClr val="FF9900"/>
            </a:solidFill>
            <a:prstDash val="solid"/>
            <a:round/>
            <a:headEnd len="med" w="med" type="none"/>
            <a:tailEnd len="med" w="med" type="triangle"/>
          </a:ln>
        </p:spPr>
      </p:cxnSp>
      <p:cxnSp>
        <p:nvCxnSpPr>
          <p:cNvPr id="157" name="Google Shape;157;p24"/>
          <p:cNvCxnSpPr/>
          <p:nvPr/>
        </p:nvCxnSpPr>
        <p:spPr>
          <a:xfrm flipH="1">
            <a:off x="7301725" y="2049375"/>
            <a:ext cx="1590000" cy="3702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pic>
        <p:nvPicPr>
          <p:cNvPr id="163" name="Google Shape;163;p25" title="Screenshot 2026-10-13 at 1.11.55 pm.png"/>
          <p:cNvPicPr preferRelativeResize="0"/>
          <p:nvPr/>
        </p:nvPicPr>
        <p:blipFill>
          <a:blip r:embed="rId4">
            <a:alphaModFix/>
          </a:blip>
          <a:stretch>
            <a:fillRect/>
          </a:stretch>
        </p:blipFill>
        <p:spPr>
          <a:xfrm>
            <a:off x="435425" y="444725"/>
            <a:ext cx="6458353" cy="4254061"/>
          </a:xfrm>
          <a:prstGeom prst="rect">
            <a:avLst/>
          </a:prstGeom>
          <a:noFill/>
          <a:ln>
            <a:noFill/>
          </a:ln>
        </p:spPr>
      </p:pic>
      <p:cxnSp>
        <p:nvCxnSpPr>
          <p:cNvPr id="164" name="Google Shape;164;p25"/>
          <p:cNvCxnSpPr/>
          <p:nvPr/>
        </p:nvCxnSpPr>
        <p:spPr>
          <a:xfrm flipH="1">
            <a:off x="2747900" y="199575"/>
            <a:ext cx="2078100" cy="1539600"/>
          </a:xfrm>
          <a:prstGeom prst="straightConnector1">
            <a:avLst/>
          </a:prstGeom>
          <a:noFill/>
          <a:ln cap="flat" cmpd="sng" w="9525">
            <a:solidFill>
              <a:srgbClr val="FF9900"/>
            </a:solidFill>
            <a:prstDash val="solid"/>
            <a:round/>
            <a:headEnd len="med" w="med" type="none"/>
            <a:tailEnd len="med" w="med" type="triangle"/>
          </a:ln>
        </p:spPr>
      </p:cxnSp>
      <p:cxnSp>
        <p:nvCxnSpPr>
          <p:cNvPr id="165" name="Google Shape;165;p25"/>
          <p:cNvCxnSpPr/>
          <p:nvPr/>
        </p:nvCxnSpPr>
        <p:spPr>
          <a:xfrm flipH="1">
            <a:off x="2549625" y="217725"/>
            <a:ext cx="1668600" cy="1249200"/>
          </a:xfrm>
          <a:prstGeom prst="straightConnector1">
            <a:avLst/>
          </a:prstGeom>
          <a:noFill/>
          <a:ln cap="flat" cmpd="sng" w="9525">
            <a:solidFill>
              <a:srgbClr val="FF9900"/>
            </a:solidFill>
            <a:prstDash val="solid"/>
            <a:round/>
            <a:headEnd len="med" w="med" type="none"/>
            <a:tailEnd len="med" w="med" type="triangle"/>
          </a:ln>
        </p:spPr>
      </p:cxnSp>
      <p:cxnSp>
        <p:nvCxnSpPr>
          <p:cNvPr id="166" name="Google Shape;166;p25"/>
          <p:cNvCxnSpPr/>
          <p:nvPr/>
        </p:nvCxnSpPr>
        <p:spPr>
          <a:xfrm flipH="1">
            <a:off x="2625550" y="870875"/>
            <a:ext cx="2078100" cy="1539600"/>
          </a:xfrm>
          <a:prstGeom prst="straightConnector1">
            <a:avLst/>
          </a:prstGeom>
          <a:noFill/>
          <a:ln cap="flat" cmpd="sng" w="9525">
            <a:solidFill>
              <a:srgbClr val="FF9900"/>
            </a:solidFill>
            <a:prstDash val="solid"/>
            <a:round/>
            <a:headEnd len="med" w="med" type="none"/>
            <a:tailEnd len="med" w="med" type="triangle"/>
          </a:ln>
        </p:spPr>
      </p:cxnSp>
      <p:cxnSp>
        <p:nvCxnSpPr>
          <p:cNvPr id="167" name="Google Shape;167;p25"/>
          <p:cNvCxnSpPr/>
          <p:nvPr/>
        </p:nvCxnSpPr>
        <p:spPr>
          <a:xfrm flipH="1">
            <a:off x="2625550" y="1297225"/>
            <a:ext cx="2078100" cy="1539600"/>
          </a:xfrm>
          <a:prstGeom prst="straightConnector1">
            <a:avLst/>
          </a:prstGeom>
          <a:noFill/>
          <a:ln cap="flat" cmpd="sng" w="9525">
            <a:solidFill>
              <a:srgbClr val="FF9900"/>
            </a:solidFill>
            <a:prstDash val="solid"/>
            <a:round/>
            <a:headEnd len="med" w="med" type="none"/>
            <a:tailEnd len="med" w="med" type="triangle"/>
          </a:ln>
        </p:spPr>
      </p:cxnSp>
      <p:cxnSp>
        <p:nvCxnSpPr>
          <p:cNvPr id="168" name="Google Shape;168;p25"/>
          <p:cNvCxnSpPr/>
          <p:nvPr/>
        </p:nvCxnSpPr>
        <p:spPr>
          <a:xfrm flipH="1">
            <a:off x="2625550" y="1739175"/>
            <a:ext cx="2078100" cy="1539600"/>
          </a:xfrm>
          <a:prstGeom prst="straightConnector1">
            <a:avLst/>
          </a:prstGeom>
          <a:noFill/>
          <a:ln cap="flat" cmpd="sng" w="9525">
            <a:solidFill>
              <a:srgbClr val="FF9900"/>
            </a:solidFill>
            <a:prstDash val="solid"/>
            <a:round/>
            <a:headEnd len="med" w="med" type="none"/>
            <a:tailEnd len="med" w="med" type="triangle"/>
          </a:ln>
        </p:spPr>
      </p:cxnSp>
      <p:cxnSp>
        <p:nvCxnSpPr>
          <p:cNvPr id="169" name="Google Shape;169;p25"/>
          <p:cNvCxnSpPr/>
          <p:nvPr/>
        </p:nvCxnSpPr>
        <p:spPr>
          <a:xfrm flipH="1">
            <a:off x="2625550" y="2274375"/>
            <a:ext cx="2078100" cy="1539600"/>
          </a:xfrm>
          <a:prstGeom prst="straightConnector1">
            <a:avLst/>
          </a:prstGeom>
          <a:noFill/>
          <a:ln cap="flat" cmpd="sng" w="9525">
            <a:solidFill>
              <a:srgbClr val="FF9900"/>
            </a:solidFill>
            <a:prstDash val="solid"/>
            <a:round/>
            <a:headEnd len="med" w="med" type="none"/>
            <a:tailEnd len="med" w="med" type="triangle"/>
          </a:ln>
        </p:spPr>
      </p:cxnSp>
      <p:cxnSp>
        <p:nvCxnSpPr>
          <p:cNvPr id="170" name="Google Shape;170;p25"/>
          <p:cNvCxnSpPr/>
          <p:nvPr/>
        </p:nvCxnSpPr>
        <p:spPr>
          <a:xfrm flipH="1">
            <a:off x="2625550" y="2836825"/>
            <a:ext cx="2078100" cy="15396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6" title="Screenshot 2026-10-15 at 4.03.32 pm.png"/>
          <p:cNvPicPr preferRelativeResize="0"/>
          <p:nvPr/>
        </p:nvPicPr>
        <p:blipFill>
          <a:blip r:embed="rId4">
            <a:alphaModFix/>
          </a:blip>
          <a:stretch>
            <a:fillRect/>
          </a:stretch>
        </p:blipFill>
        <p:spPr>
          <a:xfrm>
            <a:off x="1362997" y="432953"/>
            <a:ext cx="6418007" cy="4277623"/>
          </a:xfrm>
          <a:prstGeom prst="rect">
            <a:avLst/>
          </a:prstGeom>
          <a:noFill/>
          <a:ln>
            <a:noFill/>
          </a:ln>
        </p:spPr>
      </p:pic>
      <p:sp>
        <p:nvSpPr>
          <p:cNvPr id="176" name="Google Shape;176;p26"/>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cxnSp>
        <p:nvCxnSpPr>
          <p:cNvPr id="177" name="Google Shape;177;p26"/>
          <p:cNvCxnSpPr/>
          <p:nvPr/>
        </p:nvCxnSpPr>
        <p:spPr>
          <a:xfrm flipH="1">
            <a:off x="2821575" y="0"/>
            <a:ext cx="1668600" cy="1249200"/>
          </a:xfrm>
          <a:prstGeom prst="straightConnector1">
            <a:avLst/>
          </a:prstGeom>
          <a:noFill/>
          <a:ln cap="flat" cmpd="sng" w="9525">
            <a:solidFill>
              <a:srgbClr val="FF9900"/>
            </a:solidFill>
            <a:prstDash val="solid"/>
            <a:round/>
            <a:headEnd len="med" w="med" type="none"/>
            <a:tailEnd len="med" w="med" type="triangle"/>
          </a:ln>
        </p:spPr>
      </p:cxnSp>
      <p:cxnSp>
        <p:nvCxnSpPr>
          <p:cNvPr id="178" name="Google Shape;178;p26"/>
          <p:cNvCxnSpPr/>
          <p:nvPr/>
        </p:nvCxnSpPr>
        <p:spPr>
          <a:xfrm flipH="1">
            <a:off x="5222575" y="-121925"/>
            <a:ext cx="1668600" cy="1249200"/>
          </a:xfrm>
          <a:prstGeom prst="straightConnector1">
            <a:avLst/>
          </a:prstGeom>
          <a:noFill/>
          <a:ln cap="flat" cmpd="sng" w="9525">
            <a:solidFill>
              <a:srgbClr val="FF9900"/>
            </a:solidFill>
            <a:prstDash val="solid"/>
            <a:round/>
            <a:headEnd len="med" w="med" type="none"/>
            <a:tailEnd len="med" w="med" type="triangle"/>
          </a:ln>
        </p:spPr>
      </p:cxnSp>
      <p:cxnSp>
        <p:nvCxnSpPr>
          <p:cNvPr id="179" name="Google Shape;179;p26"/>
          <p:cNvCxnSpPr/>
          <p:nvPr/>
        </p:nvCxnSpPr>
        <p:spPr>
          <a:xfrm flipH="1">
            <a:off x="7170850" y="-121925"/>
            <a:ext cx="1668600" cy="1249200"/>
          </a:xfrm>
          <a:prstGeom prst="straightConnector1">
            <a:avLst/>
          </a:prstGeom>
          <a:noFill/>
          <a:ln cap="flat" cmpd="sng" w="9525">
            <a:solidFill>
              <a:srgbClr val="FF9900"/>
            </a:solidFill>
            <a:prstDash val="solid"/>
            <a:round/>
            <a:headEnd len="med" w="med" type="none"/>
            <a:tailEnd len="med" w="med" type="triangle"/>
          </a:ln>
        </p:spPr>
      </p:cxnSp>
      <p:cxnSp>
        <p:nvCxnSpPr>
          <p:cNvPr id="180" name="Google Shape;180;p26"/>
          <p:cNvCxnSpPr/>
          <p:nvPr/>
        </p:nvCxnSpPr>
        <p:spPr>
          <a:xfrm flipH="1">
            <a:off x="7245875" y="590850"/>
            <a:ext cx="1668600" cy="12492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7" title="Screenshot 2026-10-13 at 12.48.49 pm.png"/>
          <p:cNvPicPr preferRelativeResize="0"/>
          <p:nvPr/>
        </p:nvPicPr>
        <p:blipFill>
          <a:blip r:embed="rId4">
            <a:alphaModFix/>
          </a:blip>
          <a:stretch>
            <a:fillRect/>
          </a:stretch>
        </p:blipFill>
        <p:spPr>
          <a:xfrm>
            <a:off x="5427587" y="746970"/>
            <a:ext cx="2364450" cy="1202975"/>
          </a:xfrm>
          <a:prstGeom prst="rect">
            <a:avLst/>
          </a:prstGeom>
          <a:noFill/>
          <a:ln>
            <a:noFill/>
          </a:ln>
        </p:spPr>
      </p:pic>
      <p:pic>
        <p:nvPicPr>
          <p:cNvPr id="186" name="Google Shape;186;p27" title="Screenshot 2026-10-13 at 12.48.19 pm.png"/>
          <p:cNvPicPr preferRelativeResize="0"/>
          <p:nvPr/>
        </p:nvPicPr>
        <p:blipFill>
          <a:blip r:embed="rId5">
            <a:alphaModFix/>
          </a:blip>
          <a:stretch>
            <a:fillRect/>
          </a:stretch>
        </p:blipFill>
        <p:spPr>
          <a:xfrm>
            <a:off x="1515613" y="288175"/>
            <a:ext cx="3771562" cy="4567125"/>
          </a:xfrm>
          <a:prstGeom prst="rect">
            <a:avLst/>
          </a:prstGeom>
          <a:noFill/>
          <a:ln>
            <a:noFill/>
          </a:ln>
        </p:spPr>
      </p:pic>
      <p:sp>
        <p:nvSpPr>
          <p:cNvPr id="187" name="Google Shape;187;p27"/>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cxnSp>
        <p:nvCxnSpPr>
          <p:cNvPr id="188" name="Google Shape;188;p27"/>
          <p:cNvCxnSpPr/>
          <p:nvPr/>
        </p:nvCxnSpPr>
        <p:spPr>
          <a:xfrm flipH="1">
            <a:off x="4091263" y="1534575"/>
            <a:ext cx="1590000" cy="3702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28" title="Screenshot 2026-10-13 at 1.00.43 pm.png"/>
          <p:cNvPicPr preferRelativeResize="0"/>
          <p:nvPr/>
        </p:nvPicPr>
        <p:blipFill>
          <a:blip r:embed="rId4">
            <a:alphaModFix/>
          </a:blip>
          <a:stretch>
            <a:fillRect/>
          </a:stretch>
        </p:blipFill>
        <p:spPr>
          <a:xfrm>
            <a:off x="3243200" y="152400"/>
            <a:ext cx="2657594" cy="4838699"/>
          </a:xfrm>
          <a:prstGeom prst="rect">
            <a:avLst/>
          </a:prstGeom>
          <a:noFill/>
          <a:ln>
            <a:noFill/>
          </a:ln>
        </p:spPr>
      </p:pic>
      <p:sp>
        <p:nvSpPr>
          <p:cNvPr id="194" name="Google Shape;194;p28"/>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cxnSp>
        <p:nvCxnSpPr>
          <p:cNvPr id="195" name="Google Shape;195;p28"/>
          <p:cNvCxnSpPr/>
          <p:nvPr/>
        </p:nvCxnSpPr>
        <p:spPr>
          <a:xfrm flipH="1">
            <a:off x="4717425" y="2243300"/>
            <a:ext cx="2616000" cy="6294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pic>
        <p:nvPicPr>
          <p:cNvPr id="201" name="Google Shape;201;p29" title="Screenshot 2026-10-13 at 1.02.55 pm.png"/>
          <p:cNvPicPr preferRelativeResize="0"/>
          <p:nvPr/>
        </p:nvPicPr>
        <p:blipFill>
          <a:blip r:embed="rId4">
            <a:alphaModFix/>
          </a:blip>
          <a:stretch>
            <a:fillRect/>
          </a:stretch>
        </p:blipFill>
        <p:spPr>
          <a:xfrm>
            <a:off x="2900104" y="173175"/>
            <a:ext cx="3051091" cy="4797149"/>
          </a:xfrm>
          <a:prstGeom prst="rect">
            <a:avLst/>
          </a:prstGeom>
          <a:noFill/>
          <a:ln>
            <a:noFill/>
          </a:ln>
        </p:spPr>
      </p:pic>
      <p:pic>
        <p:nvPicPr>
          <p:cNvPr id="202" name="Google Shape;202;p29" title="Screenshot 2026-10-13 at 1.03.19 pm.png"/>
          <p:cNvPicPr preferRelativeResize="0"/>
          <p:nvPr/>
        </p:nvPicPr>
        <p:blipFill>
          <a:blip r:embed="rId5">
            <a:alphaModFix/>
          </a:blip>
          <a:stretch>
            <a:fillRect/>
          </a:stretch>
        </p:blipFill>
        <p:spPr>
          <a:xfrm>
            <a:off x="6276100" y="776325"/>
            <a:ext cx="2520799" cy="2874824"/>
          </a:xfrm>
          <a:prstGeom prst="rect">
            <a:avLst/>
          </a:prstGeom>
          <a:noFill/>
          <a:ln>
            <a:noFill/>
          </a:ln>
        </p:spPr>
      </p:pic>
      <p:cxnSp>
        <p:nvCxnSpPr>
          <p:cNvPr id="203" name="Google Shape;203;p29"/>
          <p:cNvCxnSpPr/>
          <p:nvPr/>
        </p:nvCxnSpPr>
        <p:spPr>
          <a:xfrm flipH="1">
            <a:off x="4753550" y="2004175"/>
            <a:ext cx="1830000" cy="401700"/>
          </a:xfrm>
          <a:prstGeom prst="straightConnector1">
            <a:avLst/>
          </a:prstGeom>
          <a:noFill/>
          <a:ln cap="flat" cmpd="sng" w="9525">
            <a:solidFill>
              <a:srgbClr val="FF9900"/>
            </a:solidFill>
            <a:prstDash val="solid"/>
            <a:round/>
            <a:headEnd len="med" w="med" type="none"/>
            <a:tailEnd len="med" w="med" type="triangle"/>
          </a:ln>
        </p:spPr>
      </p:cxnSp>
      <p:pic>
        <p:nvPicPr>
          <p:cNvPr id="204" name="Google Shape;204;p29" title="Screenshot 2026-10-13 at 1.05.47 pm.png"/>
          <p:cNvPicPr preferRelativeResize="0"/>
          <p:nvPr/>
        </p:nvPicPr>
        <p:blipFill>
          <a:blip r:embed="rId6">
            <a:alphaModFix/>
          </a:blip>
          <a:stretch>
            <a:fillRect/>
          </a:stretch>
        </p:blipFill>
        <p:spPr>
          <a:xfrm>
            <a:off x="347101" y="776326"/>
            <a:ext cx="2520801" cy="1825186"/>
          </a:xfrm>
          <a:prstGeom prst="rect">
            <a:avLst/>
          </a:prstGeom>
          <a:noFill/>
          <a:ln>
            <a:noFill/>
          </a:ln>
        </p:spPr>
      </p:pic>
      <p:cxnSp>
        <p:nvCxnSpPr>
          <p:cNvPr id="205" name="Google Shape;205;p29"/>
          <p:cNvCxnSpPr/>
          <p:nvPr/>
        </p:nvCxnSpPr>
        <p:spPr>
          <a:xfrm flipH="1">
            <a:off x="1842425" y="590525"/>
            <a:ext cx="931200" cy="8133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pic>
        <p:nvPicPr>
          <p:cNvPr id="211" name="Google Shape;211;p30" title="Screenshot 2026-10-13 at 1.02.55 pm.png"/>
          <p:cNvPicPr preferRelativeResize="0"/>
          <p:nvPr/>
        </p:nvPicPr>
        <p:blipFill>
          <a:blip r:embed="rId4">
            <a:alphaModFix/>
          </a:blip>
          <a:stretch>
            <a:fillRect/>
          </a:stretch>
        </p:blipFill>
        <p:spPr>
          <a:xfrm>
            <a:off x="1623604" y="173175"/>
            <a:ext cx="3051091" cy="4797149"/>
          </a:xfrm>
          <a:prstGeom prst="rect">
            <a:avLst/>
          </a:prstGeom>
          <a:noFill/>
          <a:ln>
            <a:noFill/>
          </a:ln>
        </p:spPr>
      </p:pic>
      <p:pic>
        <p:nvPicPr>
          <p:cNvPr id="212" name="Google Shape;212;p30" title="Screenshot 2026-10-13 at 1.03.19 pm.png"/>
          <p:cNvPicPr preferRelativeResize="0"/>
          <p:nvPr/>
        </p:nvPicPr>
        <p:blipFill>
          <a:blip r:embed="rId5">
            <a:alphaModFix/>
          </a:blip>
          <a:stretch>
            <a:fillRect/>
          </a:stretch>
        </p:blipFill>
        <p:spPr>
          <a:xfrm>
            <a:off x="4999600" y="776325"/>
            <a:ext cx="2520799" cy="2874824"/>
          </a:xfrm>
          <a:prstGeom prst="rect">
            <a:avLst/>
          </a:prstGeom>
          <a:noFill/>
          <a:ln>
            <a:noFill/>
          </a:ln>
        </p:spPr>
      </p:pic>
      <p:cxnSp>
        <p:nvCxnSpPr>
          <p:cNvPr id="213" name="Google Shape;213;p30"/>
          <p:cNvCxnSpPr/>
          <p:nvPr/>
        </p:nvCxnSpPr>
        <p:spPr>
          <a:xfrm flipH="1">
            <a:off x="3420750" y="2633375"/>
            <a:ext cx="2157000" cy="2712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ctrTitle"/>
          </p:nvPr>
        </p:nvSpPr>
        <p:spPr>
          <a:xfrm>
            <a:off x="435425" y="432976"/>
            <a:ext cx="7569600" cy="181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GB"/>
              <a:t>Welcome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32" title="Screenshot 2026-10-15 at 11.53.21 am.png"/>
          <p:cNvPicPr preferRelativeResize="0"/>
          <p:nvPr/>
        </p:nvPicPr>
        <p:blipFill>
          <a:blip r:embed="rId4">
            <a:alphaModFix/>
          </a:blip>
          <a:stretch>
            <a:fillRect/>
          </a:stretch>
        </p:blipFill>
        <p:spPr>
          <a:xfrm>
            <a:off x="2941275" y="271575"/>
            <a:ext cx="3261450" cy="4350178"/>
          </a:xfrm>
          <a:prstGeom prst="rect">
            <a:avLst/>
          </a:prstGeom>
          <a:noFill/>
          <a:ln>
            <a:noFill/>
          </a:ln>
        </p:spPr>
      </p:pic>
      <p:sp>
        <p:nvSpPr>
          <p:cNvPr id="224" name="Google Shape;224;p32"/>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HOMEPAGE</a:t>
            </a:r>
            <a:endParaRPr/>
          </a:p>
        </p:txBody>
      </p:sp>
      <p:cxnSp>
        <p:nvCxnSpPr>
          <p:cNvPr id="225" name="Google Shape;225;p32"/>
          <p:cNvCxnSpPr/>
          <p:nvPr/>
        </p:nvCxnSpPr>
        <p:spPr>
          <a:xfrm flipH="1">
            <a:off x="3431325" y="2721150"/>
            <a:ext cx="3726000" cy="3372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33" title="Screenshot 2026-10-15 at 11.45.37 am.png"/>
          <p:cNvPicPr preferRelativeResize="0"/>
          <p:nvPr/>
        </p:nvPicPr>
        <p:blipFill>
          <a:blip r:embed="rId4">
            <a:alphaModFix/>
          </a:blip>
          <a:stretch>
            <a:fillRect/>
          </a:stretch>
        </p:blipFill>
        <p:spPr>
          <a:xfrm>
            <a:off x="3321475" y="288188"/>
            <a:ext cx="2501043" cy="4567122"/>
          </a:xfrm>
          <a:prstGeom prst="rect">
            <a:avLst/>
          </a:prstGeom>
          <a:noFill/>
          <a:ln>
            <a:noFill/>
          </a:ln>
        </p:spPr>
      </p:pic>
      <p:sp>
        <p:nvSpPr>
          <p:cNvPr id="231" name="Google Shape;231;p33"/>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WELCOME</a:t>
            </a:r>
            <a:endParaRPr/>
          </a:p>
        </p:txBody>
      </p:sp>
      <p:cxnSp>
        <p:nvCxnSpPr>
          <p:cNvPr id="232" name="Google Shape;232;p33"/>
          <p:cNvCxnSpPr/>
          <p:nvPr/>
        </p:nvCxnSpPr>
        <p:spPr>
          <a:xfrm flipH="1">
            <a:off x="4812550" y="2353050"/>
            <a:ext cx="2616000" cy="629400"/>
          </a:xfrm>
          <a:prstGeom prst="straightConnector1">
            <a:avLst/>
          </a:prstGeom>
          <a:noFill/>
          <a:ln cap="flat" cmpd="sng" w="9525">
            <a:solidFill>
              <a:srgbClr val="FF9900"/>
            </a:solidFill>
            <a:prstDash val="solid"/>
            <a:round/>
            <a:headEnd len="med" w="med" type="none"/>
            <a:tailEnd len="med" w="med" type="triangle"/>
          </a:ln>
        </p:spPr>
      </p:cxnSp>
      <p:cxnSp>
        <p:nvCxnSpPr>
          <p:cNvPr id="233" name="Google Shape;233;p33"/>
          <p:cNvCxnSpPr/>
          <p:nvPr/>
        </p:nvCxnSpPr>
        <p:spPr>
          <a:xfrm flipH="1">
            <a:off x="4490175" y="2777425"/>
            <a:ext cx="2616000" cy="6294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ph type="ctrTitle"/>
          </p:nvPr>
        </p:nvSpPr>
        <p:spPr>
          <a:xfrm>
            <a:off x="435425" y="432976"/>
            <a:ext cx="7569600" cy="181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GB"/>
              <a:t>P</a:t>
            </a:r>
            <a:r>
              <a:rPr lang="en-GB"/>
              <a:t>reparatory program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35" title="Screenshot 2026-10-15 at 12.21.37 pm.png"/>
          <p:cNvPicPr preferRelativeResize="0"/>
          <p:nvPr/>
        </p:nvPicPr>
        <p:blipFill>
          <a:blip r:embed="rId4">
            <a:alphaModFix/>
          </a:blip>
          <a:stretch>
            <a:fillRect/>
          </a:stretch>
        </p:blipFill>
        <p:spPr>
          <a:xfrm>
            <a:off x="770375" y="1120150"/>
            <a:ext cx="7603251" cy="2903200"/>
          </a:xfrm>
          <a:prstGeom prst="rect">
            <a:avLst/>
          </a:prstGeom>
          <a:noFill/>
          <a:ln>
            <a:noFill/>
          </a:ln>
        </p:spPr>
      </p:pic>
      <p:sp>
        <p:nvSpPr>
          <p:cNvPr id="244" name="Google Shape;244;p35"/>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PREPARATORY PROGRAM</a:t>
            </a:r>
            <a:endParaRPr/>
          </a:p>
        </p:txBody>
      </p:sp>
      <p:cxnSp>
        <p:nvCxnSpPr>
          <p:cNvPr id="245" name="Google Shape;245;p35"/>
          <p:cNvCxnSpPr/>
          <p:nvPr/>
        </p:nvCxnSpPr>
        <p:spPr>
          <a:xfrm flipH="1">
            <a:off x="2276975" y="514350"/>
            <a:ext cx="1483500" cy="17781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36" title="Screenshot 2026-10-15 at 12.23.11 pm.png"/>
          <p:cNvPicPr preferRelativeResize="0"/>
          <p:nvPr/>
        </p:nvPicPr>
        <p:blipFill>
          <a:blip r:embed="rId4">
            <a:alphaModFix/>
          </a:blip>
          <a:stretch>
            <a:fillRect/>
          </a:stretch>
        </p:blipFill>
        <p:spPr>
          <a:xfrm>
            <a:off x="1083900" y="948625"/>
            <a:ext cx="6976200" cy="3246249"/>
          </a:xfrm>
          <a:prstGeom prst="rect">
            <a:avLst/>
          </a:prstGeom>
          <a:noFill/>
          <a:ln>
            <a:noFill/>
          </a:ln>
        </p:spPr>
      </p:pic>
      <p:sp>
        <p:nvSpPr>
          <p:cNvPr id="251" name="Google Shape;251;p36"/>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PREPARATORY PROGRAM</a:t>
            </a:r>
            <a:endParaRPr/>
          </a:p>
        </p:txBody>
      </p:sp>
      <p:cxnSp>
        <p:nvCxnSpPr>
          <p:cNvPr id="252" name="Google Shape;252;p36"/>
          <p:cNvCxnSpPr/>
          <p:nvPr/>
        </p:nvCxnSpPr>
        <p:spPr>
          <a:xfrm flipH="1">
            <a:off x="1413925" y="835300"/>
            <a:ext cx="1483500" cy="1778100"/>
          </a:xfrm>
          <a:prstGeom prst="straightConnector1">
            <a:avLst/>
          </a:prstGeom>
          <a:noFill/>
          <a:ln cap="flat" cmpd="sng" w="9525">
            <a:solidFill>
              <a:srgbClr val="FF9900"/>
            </a:solidFill>
            <a:prstDash val="solid"/>
            <a:round/>
            <a:headEnd len="med" w="med" type="none"/>
            <a:tailEnd len="med" w="med" type="triangle"/>
          </a:ln>
        </p:spPr>
      </p:cxnSp>
      <p:cxnSp>
        <p:nvCxnSpPr>
          <p:cNvPr id="253" name="Google Shape;253;p36"/>
          <p:cNvCxnSpPr/>
          <p:nvPr/>
        </p:nvCxnSpPr>
        <p:spPr>
          <a:xfrm flipH="1">
            <a:off x="7733400" y="835300"/>
            <a:ext cx="1483500" cy="17781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7"/>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PREPARATORY PROGRAM</a:t>
            </a:r>
            <a:endParaRPr/>
          </a:p>
        </p:txBody>
      </p:sp>
      <p:pic>
        <p:nvPicPr>
          <p:cNvPr id="259" name="Google Shape;259;p37" title="Screenshot 2026-10-15 at 12.34.24 pm.png"/>
          <p:cNvPicPr preferRelativeResize="0"/>
          <p:nvPr/>
        </p:nvPicPr>
        <p:blipFill>
          <a:blip r:embed="rId4">
            <a:alphaModFix/>
          </a:blip>
          <a:stretch>
            <a:fillRect/>
          </a:stretch>
        </p:blipFill>
        <p:spPr>
          <a:xfrm>
            <a:off x="3367788" y="369150"/>
            <a:ext cx="2408424" cy="4405201"/>
          </a:xfrm>
          <a:prstGeom prst="rect">
            <a:avLst/>
          </a:prstGeom>
          <a:noFill/>
          <a:ln>
            <a:noFill/>
          </a:ln>
        </p:spPr>
      </p:pic>
      <p:cxnSp>
        <p:nvCxnSpPr>
          <p:cNvPr id="260" name="Google Shape;260;p37"/>
          <p:cNvCxnSpPr/>
          <p:nvPr/>
        </p:nvCxnSpPr>
        <p:spPr>
          <a:xfrm flipH="1">
            <a:off x="5152950" y="2788375"/>
            <a:ext cx="2012700" cy="672300"/>
          </a:xfrm>
          <a:prstGeom prst="straightConnector1">
            <a:avLst/>
          </a:prstGeom>
          <a:noFill/>
          <a:ln cap="flat" cmpd="sng" w="9525">
            <a:solidFill>
              <a:srgbClr val="FF9900"/>
            </a:solidFill>
            <a:prstDash val="solid"/>
            <a:round/>
            <a:headEnd len="med" w="med" type="none"/>
            <a:tailEnd len="med" w="med" type="triangle"/>
          </a:ln>
        </p:spPr>
      </p:cxnSp>
      <p:cxnSp>
        <p:nvCxnSpPr>
          <p:cNvPr id="261" name="Google Shape;261;p37"/>
          <p:cNvCxnSpPr/>
          <p:nvPr/>
        </p:nvCxnSpPr>
        <p:spPr>
          <a:xfrm flipH="1">
            <a:off x="4280625" y="2788375"/>
            <a:ext cx="2012700" cy="6723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8"/>
          <p:cNvSpPr txBox="1"/>
          <p:nvPr>
            <p:ph type="ctrTitle"/>
          </p:nvPr>
        </p:nvSpPr>
        <p:spPr>
          <a:xfrm>
            <a:off x="435425" y="432976"/>
            <a:ext cx="7569600" cy="181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GB"/>
              <a:t>K</a:t>
            </a:r>
            <a:r>
              <a:rPr lang="en-GB"/>
              <a:t>6 Primary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39" title="Screenshot 2026-10-15 at 12.44.37 pm.png"/>
          <p:cNvPicPr preferRelativeResize="0"/>
          <p:nvPr/>
        </p:nvPicPr>
        <p:blipFill>
          <a:blip r:embed="rId4">
            <a:alphaModFix/>
          </a:blip>
          <a:stretch>
            <a:fillRect/>
          </a:stretch>
        </p:blipFill>
        <p:spPr>
          <a:xfrm>
            <a:off x="5272253" y="475925"/>
            <a:ext cx="2114100" cy="2146543"/>
          </a:xfrm>
          <a:prstGeom prst="rect">
            <a:avLst/>
          </a:prstGeom>
          <a:noFill/>
          <a:ln>
            <a:noFill/>
          </a:ln>
        </p:spPr>
      </p:pic>
      <p:sp>
        <p:nvSpPr>
          <p:cNvPr id="272" name="Google Shape;272;p39"/>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K6 PRIMARY</a:t>
            </a:r>
            <a:endParaRPr/>
          </a:p>
        </p:txBody>
      </p:sp>
      <p:pic>
        <p:nvPicPr>
          <p:cNvPr id="273" name="Google Shape;273;p39" title="Screenshot 2026-10-15 at 12.43.10 pm.png"/>
          <p:cNvPicPr preferRelativeResize="0"/>
          <p:nvPr/>
        </p:nvPicPr>
        <p:blipFill>
          <a:blip r:embed="rId5">
            <a:alphaModFix/>
          </a:blip>
          <a:stretch>
            <a:fillRect/>
          </a:stretch>
        </p:blipFill>
        <p:spPr>
          <a:xfrm>
            <a:off x="1757638" y="423975"/>
            <a:ext cx="2646923" cy="4567124"/>
          </a:xfrm>
          <a:prstGeom prst="rect">
            <a:avLst/>
          </a:prstGeom>
          <a:noFill/>
          <a:ln>
            <a:noFill/>
          </a:ln>
        </p:spPr>
      </p:pic>
      <p:cxnSp>
        <p:nvCxnSpPr>
          <p:cNvPr id="274" name="Google Shape;274;p39"/>
          <p:cNvCxnSpPr/>
          <p:nvPr/>
        </p:nvCxnSpPr>
        <p:spPr>
          <a:xfrm flipH="1">
            <a:off x="3559625" y="1213050"/>
            <a:ext cx="2012700" cy="6723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40" title="Screenshot 2026-10-15 at 3.36.29 pm.png"/>
          <p:cNvPicPr preferRelativeResize="0"/>
          <p:nvPr/>
        </p:nvPicPr>
        <p:blipFill>
          <a:blip r:embed="rId4">
            <a:alphaModFix/>
          </a:blip>
          <a:stretch>
            <a:fillRect/>
          </a:stretch>
        </p:blipFill>
        <p:spPr>
          <a:xfrm>
            <a:off x="1879374" y="446949"/>
            <a:ext cx="2347351" cy="4249602"/>
          </a:xfrm>
          <a:prstGeom prst="rect">
            <a:avLst/>
          </a:prstGeom>
          <a:noFill/>
          <a:ln>
            <a:noFill/>
          </a:ln>
        </p:spPr>
      </p:pic>
      <p:pic>
        <p:nvPicPr>
          <p:cNvPr id="280" name="Google Shape;280;p40" title="Screenshot 2026-10-15 at 3.36.58 pm.png"/>
          <p:cNvPicPr preferRelativeResize="0"/>
          <p:nvPr/>
        </p:nvPicPr>
        <p:blipFill>
          <a:blip r:embed="rId5">
            <a:alphaModFix/>
          </a:blip>
          <a:stretch>
            <a:fillRect/>
          </a:stretch>
        </p:blipFill>
        <p:spPr>
          <a:xfrm>
            <a:off x="5017725" y="446950"/>
            <a:ext cx="2630250" cy="3310624"/>
          </a:xfrm>
          <a:prstGeom prst="rect">
            <a:avLst/>
          </a:prstGeom>
          <a:noFill/>
          <a:ln>
            <a:noFill/>
          </a:ln>
        </p:spPr>
      </p:pic>
      <p:sp>
        <p:nvSpPr>
          <p:cNvPr id="281" name="Google Shape;281;p40"/>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K6 PRIMARY</a:t>
            </a:r>
            <a:endParaRPr/>
          </a:p>
        </p:txBody>
      </p:sp>
      <p:cxnSp>
        <p:nvCxnSpPr>
          <p:cNvPr id="282" name="Google Shape;282;p40"/>
          <p:cNvCxnSpPr/>
          <p:nvPr/>
        </p:nvCxnSpPr>
        <p:spPr>
          <a:xfrm flipH="1">
            <a:off x="3559625" y="1213050"/>
            <a:ext cx="2012700" cy="6723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41" title="Screenshot 2026-10-15 at 12.46.22 pm.png"/>
          <p:cNvPicPr preferRelativeResize="0"/>
          <p:nvPr/>
        </p:nvPicPr>
        <p:blipFill>
          <a:blip r:embed="rId4">
            <a:alphaModFix/>
          </a:blip>
          <a:stretch>
            <a:fillRect/>
          </a:stretch>
        </p:blipFill>
        <p:spPr>
          <a:xfrm>
            <a:off x="3334850" y="379025"/>
            <a:ext cx="2474300" cy="4385449"/>
          </a:xfrm>
          <a:prstGeom prst="rect">
            <a:avLst/>
          </a:prstGeom>
          <a:noFill/>
          <a:ln>
            <a:noFill/>
          </a:ln>
        </p:spPr>
      </p:pic>
      <p:sp>
        <p:nvSpPr>
          <p:cNvPr id="288" name="Google Shape;288;p41"/>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K6 PRIMARY</a:t>
            </a:r>
            <a:endParaRPr/>
          </a:p>
        </p:txBody>
      </p:sp>
      <p:cxnSp>
        <p:nvCxnSpPr>
          <p:cNvPr id="289" name="Google Shape;289;p41"/>
          <p:cNvCxnSpPr/>
          <p:nvPr/>
        </p:nvCxnSpPr>
        <p:spPr>
          <a:xfrm flipH="1">
            <a:off x="4939375" y="2214925"/>
            <a:ext cx="1859400" cy="876300"/>
          </a:xfrm>
          <a:prstGeom prst="straightConnector1">
            <a:avLst/>
          </a:prstGeom>
          <a:noFill/>
          <a:ln cap="flat" cmpd="sng" w="9525">
            <a:solidFill>
              <a:srgbClr val="FF9900"/>
            </a:solidFill>
            <a:prstDash val="solid"/>
            <a:round/>
            <a:headEnd len="med" w="med" type="none"/>
            <a:tailEnd len="med" w="med" type="triangle"/>
          </a:ln>
        </p:spPr>
      </p:cxnSp>
      <p:cxnSp>
        <p:nvCxnSpPr>
          <p:cNvPr id="290" name="Google Shape;290;p41"/>
          <p:cNvCxnSpPr/>
          <p:nvPr/>
        </p:nvCxnSpPr>
        <p:spPr>
          <a:xfrm flipH="1">
            <a:off x="4261150" y="2214925"/>
            <a:ext cx="1859400" cy="8763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2"/>
          <p:cNvSpPr txBox="1"/>
          <p:nvPr>
            <p:ph type="ctrTitle"/>
          </p:nvPr>
        </p:nvSpPr>
        <p:spPr>
          <a:xfrm>
            <a:off x="435425" y="432976"/>
            <a:ext cx="7569600" cy="181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GB"/>
              <a:t>E</a:t>
            </a:r>
            <a:r>
              <a:rPr lang="en-GB"/>
              <a:t>xtra curricular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3"/>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EXTRA CURRICULAR</a:t>
            </a:r>
            <a:endParaRPr/>
          </a:p>
        </p:txBody>
      </p:sp>
      <p:pic>
        <p:nvPicPr>
          <p:cNvPr id="301" name="Google Shape;301;p43" title="Screenshot 2026-10-15 at 3.48.16 pm.png"/>
          <p:cNvPicPr preferRelativeResize="0"/>
          <p:nvPr/>
        </p:nvPicPr>
        <p:blipFill>
          <a:blip r:embed="rId4">
            <a:alphaModFix/>
          </a:blip>
          <a:stretch>
            <a:fillRect/>
          </a:stretch>
        </p:blipFill>
        <p:spPr>
          <a:xfrm>
            <a:off x="435425" y="627603"/>
            <a:ext cx="8273152" cy="3789171"/>
          </a:xfrm>
          <a:prstGeom prst="rect">
            <a:avLst/>
          </a:prstGeom>
          <a:noFill/>
          <a:ln>
            <a:noFill/>
          </a:ln>
        </p:spPr>
      </p:pic>
      <p:cxnSp>
        <p:nvCxnSpPr>
          <p:cNvPr id="302" name="Google Shape;302;p43"/>
          <p:cNvCxnSpPr/>
          <p:nvPr/>
        </p:nvCxnSpPr>
        <p:spPr>
          <a:xfrm flipH="1">
            <a:off x="7569850" y="293575"/>
            <a:ext cx="415500" cy="1392300"/>
          </a:xfrm>
          <a:prstGeom prst="straightConnector1">
            <a:avLst/>
          </a:prstGeom>
          <a:noFill/>
          <a:ln cap="flat" cmpd="sng" w="9525">
            <a:solidFill>
              <a:srgbClr val="FF9900"/>
            </a:solidFill>
            <a:prstDash val="solid"/>
            <a:round/>
            <a:headEnd len="med" w="med" type="none"/>
            <a:tailEnd len="med" w="med" type="triangle"/>
          </a:ln>
        </p:spPr>
      </p:cxnSp>
      <p:cxnSp>
        <p:nvCxnSpPr>
          <p:cNvPr id="303" name="Google Shape;303;p43"/>
          <p:cNvCxnSpPr/>
          <p:nvPr/>
        </p:nvCxnSpPr>
        <p:spPr>
          <a:xfrm flipH="1">
            <a:off x="5796625" y="293575"/>
            <a:ext cx="415500" cy="1392300"/>
          </a:xfrm>
          <a:prstGeom prst="straightConnector1">
            <a:avLst/>
          </a:prstGeom>
          <a:noFill/>
          <a:ln cap="flat" cmpd="sng" w="9525">
            <a:solidFill>
              <a:srgbClr val="FF9900"/>
            </a:solidFill>
            <a:prstDash val="solid"/>
            <a:round/>
            <a:headEnd len="med" w="med" type="none"/>
            <a:tailEnd len="med" w="med" type="triangle"/>
          </a:ln>
        </p:spPr>
      </p:cxnSp>
      <p:cxnSp>
        <p:nvCxnSpPr>
          <p:cNvPr id="304" name="Google Shape;304;p43"/>
          <p:cNvCxnSpPr/>
          <p:nvPr/>
        </p:nvCxnSpPr>
        <p:spPr>
          <a:xfrm flipH="1">
            <a:off x="4023400" y="293575"/>
            <a:ext cx="415500" cy="1392300"/>
          </a:xfrm>
          <a:prstGeom prst="straightConnector1">
            <a:avLst/>
          </a:prstGeom>
          <a:noFill/>
          <a:ln cap="flat" cmpd="sng" w="9525">
            <a:solidFill>
              <a:srgbClr val="FF9900"/>
            </a:solidFill>
            <a:prstDash val="solid"/>
            <a:round/>
            <a:headEnd len="med" w="med" type="none"/>
            <a:tailEnd len="med" w="med" type="triangle"/>
          </a:ln>
        </p:spPr>
      </p:cxnSp>
      <p:cxnSp>
        <p:nvCxnSpPr>
          <p:cNvPr id="305" name="Google Shape;305;p43"/>
          <p:cNvCxnSpPr/>
          <p:nvPr/>
        </p:nvCxnSpPr>
        <p:spPr>
          <a:xfrm flipH="1">
            <a:off x="2250175" y="293575"/>
            <a:ext cx="415500" cy="13923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44" title="Screenshot 2026-10-15 at 3.52.10 pm.png"/>
          <p:cNvPicPr preferRelativeResize="0"/>
          <p:nvPr/>
        </p:nvPicPr>
        <p:blipFill>
          <a:blip r:embed="rId4">
            <a:alphaModFix/>
          </a:blip>
          <a:stretch>
            <a:fillRect/>
          </a:stretch>
        </p:blipFill>
        <p:spPr>
          <a:xfrm>
            <a:off x="3637600" y="527050"/>
            <a:ext cx="5218821" cy="2018216"/>
          </a:xfrm>
          <a:prstGeom prst="rect">
            <a:avLst/>
          </a:prstGeom>
          <a:noFill/>
          <a:ln>
            <a:noFill/>
          </a:ln>
        </p:spPr>
      </p:pic>
      <p:sp>
        <p:nvSpPr>
          <p:cNvPr id="311" name="Google Shape;311;p44"/>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EXTRA CURRICULAR</a:t>
            </a:r>
            <a:endParaRPr/>
          </a:p>
        </p:txBody>
      </p:sp>
      <p:pic>
        <p:nvPicPr>
          <p:cNvPr id="312" name="Google Shape;312;p44" title="Screenshot 2026-10-15 at 3.52.01 pm.png"/>
          <p:cNvPicPr preferRelativeResize="0"/>
          <p:nvPr/>
        </p:nvPicPr>
        <p:blipFill>
          <a:blip r:embed="rId5">
            <a:alphaModFix/>
          </a:blip>
          <a:stretch>
            <a:fillRect/>
          </a:stretch>
        </p:blipFill>
        <p:spPr>
          <a:xfrm>
            <a:off x="435425" y="2594590"/>
            <a:ext cx="5038449" cy="2255985"/>
          </a:xfrm>
          <a:prstGeom prst="rect">
            <a:avLst/>
          </a:prstGeom>
          <a:noFill/>
          <a:ln>
            <a:noFill/>
          </a:ln>
        </p:spPr>
      </p:pic>
      <p:cxnSp>
        <p:nvCxnSpPr>
          <p:cNvPr id="313" name="Google Shape;313;p44"/>
          <p:cNvCxnSpPr/>
          <p:nvPr/>
        </p:nvCxnSpPr>
        <p:spPr>
          <a:xfrm flipH="1">
            <a:off x="5076900" y="2239150"/>
            <a:ext cx="516300" cy="13299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45" title="Screenshot 2026-10-15 at 3.54.48 pm.png"/>
          <p:cNvPicPr preferRelativeResize="0"/>
          <p:nvPr/>
        </p:nvPicPr>
        <p:blipFill>
          <a:blip r:embed="rId4">
            <a:alphaModFix/>
          </a:blip>
          <a:stretch>
            <a:fillRect/>
          </a:stretch>
        </p:blipFill>
        <p:spPr>
          <a:xfrm>
            <a:off x="4616277" y="423975"/>
            <a:ext cx="2643599" cy="2649749"/>
          </a:xfrm>
          <a:prstGeom prst="rect">
            <a:avLst/>
          </a:prstGeom>
          <a:noFill/>
          <a:ln>
            <a:noFill/>
          </a:ln>
        </p:spPr>
      </p:pic>
      <p:pic>
        <p:nvPicPr>
          <p:cNvPr id="319" name="Google Shape;319;p45" title="Screenshot 2026-10-15 at 3.54.44 pm.png"/>
          <p:cNvPicPr preferRelativeResize="0"/>
          <p:nvPr/>
        </p:nvPicPr>
        <p:blipFill>
          <a:blip r:embed="rId5">
            <a:alphaModFix/>
          </a:blip>
          <a:stretch>
            <a:fillRect/>
          </a:stretch>
        </p:blipFill>
        <p:spPr>
          <a:xfrm>
            <a:off x="1631175" y="423975"/>
            <a:ext cx="2561890" cy="4567123"/>
          </a:xfrm>
          <a:prstGeom prst="rect">
            <a:avLst/>
          </a:prstGeom>
          <a:noFill/>
          <a:ln>
            <a:noFill/>
          </a:ln>
        </p:spPr>
      </p:pic>
      <p:sp>
        <p:nvSpPr>
          <p:cNvPr id="320" name="Google Shape;320;p45"/>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EXTRA CURRICULAR</a:t>
            </a:r>
            <a:endParaRPr/>
          </a:p>
        </p:txBody>
      </p:sp>
      <p:cxnSp>
        <p:nvCxnSpPr>
          <p:cNvPr id="321" name="Google Shape;321;p45"/>
          <p:cNvCxnSpPr/>
          <p:nvPr/>
        </p:nvCxnSpPr>
        <p:spPr>
          <a:xfrm flipH="1">
            <a:off x="2860475" y="1519300"/>
            <a:ext cx="2194500" cy="15381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6"/>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EXTRA CURRICULAR</a:t>
            </a:r>
            <a:endParaRPr/>
          </a:p>
        </p:txBody>
      </p:sp>
      <p:pic>
        <p:nvPicPr>
          <p:cNvPr id="327" name="Google Shape;327;p46" title="Screenshot 2026-10-15 at 3.55.52 pm.png"/>
          <p:cNvPicPr preferRelativeResize="0"/>
          <p:nvPr/>
        </p:nvPicPr>
        <p:blipFill>
          <a:blip r:embed="rId4">
            <a:alphaModFix/>
          </a:blip>
          <a:stretch>
            <a:fillRect/>
          </a:stretch>
        </p:blipFill>
        <p:spPr>
          <a:xfrm>
            <a:off x="3288639" y="271575"/>
            <a:ext cx="2403071" cy="4308948"/>
          </a:xfrm>
          <a:prstGeom prst="rect">
            <a:avLst/>
          </a:prstGeom>
          <a:noFill/>
          <a:ln>
            <a:noFill/>
          </a:ln>
        </p:spPr>
      </p:pic>
      <p:cxnSp>
        <p:nvCxnSpPr>
          <p:cNvPr id="328" name="Google Shape;328;p46"/>
          <p:cNvCxnSpPr/>
          <p:nvPr/>
        </p:nvCxnSpPr>
        <p:spPr>
          <a:xfrm flipH="1">
            <a:off x="4417763" y="2791075"/>
            <a:ext cx="1859400" cy="876300"/>
          </a:xfrm>
          <a:prstGeom prst="straightConnector1">
            <a:avLst/>
          </a:prstGeom>
          <a:noFill/>
          <a:ln cap="flat" cmpd="sng" w="9525">
            <a:solidFill>
              <a:srgbClr val="FF9900"/>
            </a:solidFill>
            <a:prstDash val="solid"/>
            <a:round/>
            <a:headEnd len="med" w="med" type="none"/>
            <a:tailEnd len="med" w="med" type="triangle"/>
          </a:ln>
        </p:spPr>
      </p:cxnSp>
      <p:cxnSp>
        <p:nvCxnSpPr>
          <p:cNvPr id="329" name="Google Shape;329;p46"/>
          <p:cNvCxnSpPr/>
          <p:nvPr/>
        </p:nvCxnSpPr>
        <p:spPr>
          <a:xfrm flipH="1">
            <a:off x="4438388" y="2162725"/>
            <a:ext cx="1859400" cy="8763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7"/>
          <p:cNvSpPr txBox="1"/>
          <p:nvPr>
            <p:ph type="ctrTitle"/>
          </p:nvPr>
        </p:nvSpPr>
        <p:spPr>
          <a:xfrm>
            <a:off x="435425" y="432976"/>
            <a:ext cx="7569600" cy="181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GB"/>
              <a:t>E</a:t>
            </a:r>
            <a:r>
              <a:rPr lang="en-GB"/>
              <a:t>nrolment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8"/>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ENROLMENT</a:t>
            </a:r>
            <a:endParaRPr/>
          </a:p>
        </p:txBody>
      </p:sp>
      <p:pic>
        <p:nvPicPr>
          <p:cNvPr id="340" name="Google Shape;340;p48" title="Screenshot 2026-10-15 at 3.58.17 pm.png"/>
          <p:cNvPicPr preferRelativeResize="0"/>
          <p:nvPr/>
        </p:nvPicPr>
        <p:blipFill>
          <a:blip r:embed="rId4">
            <a:alphaModFix/>
          </a:blip>
          <a:stretch>
            <a:fillRect/>
          </a:stretch>
        </p:blipFill>
        <p:spPr>
          <a:xfrm>
            <a:off x="1165101" y="553350"/>
            <a:ext cx="2239750" cy="4111850"/>
          </a:xfrm>
          <a:prstGeom prst="rect">
            <a:avLst/>
          </a:prstGeom>
          <a:noFill/>
          <a:ln>
            <a:noFill/>
          </a:ln>
        </p:spPr>
      </p:pic>
      <p:cxnSp>
        <p:nvCxnSpPr>
          <p:cNvPr id="341" name="Google Shape;341;p48"/>
          <p:cNvCxnSpPr/>
          <p:nvPr/>
        </p:nvCxnSpPr>
        <p:spPr>
          <a:xfrm flipH="1">
            <a:off x="1918325" y="1688125"/>
            <a:ext cx="2442900" cy="1882800"/>
          </a:xfrm>
          <a:prstGeom prst="straightConnector1">
            <a:avLst/>
          </a:prstGeom>
          <a:noFill/>
          <a:ln cap="flat" cmpd="sng" w="9525">
            <a:solidFill>
              <a:srgbClr val="FF9900"/>
            </a:solidFill>
            <a:prstDash val="solid"/>
            <a:round/>
            <a:headEnd len="med" w="med" type="none"/>
            <a:tailEnd len="med" w="med" type="triangle"/>
          </a:ln>
        </p:spPr>
      </p:cxnSp>
      <p:cxnSp>
        <p:nvCxnSpPr>
          <p:cNvPr id="342" name="Google Shape;342;p48"/>
          <p:cNvCxnSpPr/>
          <p:nvPr/>
        </p:nvCxnSpPr>
        <p:spPr>
          <a:xfrm flipH="1">
            <a:off x="2884300" y="1688125"/>
            <a:ext cx="2442900" cy="1882800"/>
          </a:xfrm>
          <a:prstGeom prst="straightConnector1">
            <a:avLst/>
          </a:prstGeom>
          <a:noFill/>
          <a:ln cap="flat" cmpd="sng" w="9525">
            <a:solidFill>
              <a:srgbClr val="FF9900"/>
            </a:solidFill>
            <a:prstDash val="solid"/>
            <a:round/>
            <a:headEnd len="med" w="med" type="none"/>
            <a:tailEnd len="med" w="med" type="triangle"/>
          </a:ln>
        </p:spPr>
      </p:cxnSp>
      <p:pic>
        <p:nvPicPr>
          <p:cNvPr id="343" name="Google Shape;343;p48" title="Screenshot 2026-10-15 at 4.01.16 pm.png"/>
          <p:cNvPicPr preferRelativeResize="0"/>
          <p:nvPr/>
        </p:nvPicPr>
        <p:blipFill>
          <a:blip r:embed="rId5">
            <a:alphaModFix/>
          </a:blip>
          <a:stretch>
            <a:fillRect/>
          </a:stretch>
        </p:blipFill>
        <p:spPr>
          <a:xfrm>
            <a:off x="5710226" y="713285"/>
            <a:ext cx="2239750" cy="3988505"/>
          </a:xfrm>
          <a:prstGeom prst="rect">
            <a:avLst/>
          </a:prstGeom>
          <a:noFill/>
          <a:ln>
            <a:noFill/>
          </a:ln>
        </p:spPr>
      </p:pic>
      <p:cxnSp>
        <p:nvCxnSpPr>
          <p:cNvPr id="344" name="Google Shape;344;p48"/>
          <p:cNvCxnSpPr/>
          <p:nvPr/>
        </p:nvCxnSpPr>
        <p:spPr>
          <a:xfrm flipH="1">
            <a:off x="6783800" y="2583875"/>
            <a:ext cx="1797900" cy="9870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9"/>
          <p:cNvSpPr txBox="1"/>
          <p:nvPr>
            <p:ph type="ctrTitle"/>
          </p:nvPr>
        </p:nvSpPr>
        <p:spPr>
          <a:xfrm>
            <a:off x="435425" y="432976"/>
            <a:ext cx="7569600" cy="181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GB"/>
              <a:t>Policies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0"/>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POLICIES</a:t>
            </a:r>
            <a:endParaRPr/>
          </a:p>
        </p:txBody>
      </p:sp>
      <p:pic>
        <p:nvPicPr>
          <p:cNvPr id="355" name="Google Shape;355;p50" title="Screenshot 2026-10-15 at 4.08.48 pm.png"/>
          <p:cNvPicPr preferRelativeResize="0"/>
          <p:nvPr/>
        </p:nvPicPr>
        <p:blipFill>
          <a:blip r:embed="rId4">
            <a:alphaModFix/>
          </a:blip>
          <a:stretch>
            <a:fillRect/>
          </a:stretch>
        </p:blipFill>
        <p:spPr>
          <a:xfrm>
            <a:off x="1536000" y="423975"/>
            <a:ext cx="6235648" cy="4567125"/>
          </a:xfrm>
          <a:prstGeom prst="rect">
            <a:avLst/>
          </a:prstGeom>
          <a:noFill/>
          <a:ln>
            <a:noFill/>
          </a:ln>
        </p:spPr>
      </p:pic>
      <p:cxnSp>
        <p:nvCxnSpPr>
          <p:cNvPr id="356" name="Google Shape;356;p50"/>
          <p:cNvCxnSpPr/>
          <p:nvPr/>
        </p:nvCxnSpPr>
        <p:spPr>
          <a:xfrm flipH="1" rot="10800000">
            <a:off x="7183900" y="1800650"/>
            <a:ext cx="56400" cy="22227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1"/>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POLICIES</a:t>
            </a:r>
            <a:endParaRPr/>
          </a:p>
        </p:txBody>
      </p:sp>
      <p:pic>
        <p:nvPicPr>
          <p:cNvPr id="362" name="Google Shape;362;p51" title="Screenshot 2026-10-15 at 4.12.21 pm.png"/>
          <p:cNvPicPr preferRelativeResize="0"/>
          <p:nvPr/>
        </p:nvPicPr>
        <p:blipFill>
          <a:blip r:embed="rId4">
            <a:alphaModFix/>
          </a:blip>
          <a:stretch>
            <a:fillRect/>
          </a:stretch>
        </p:blipFill>
        <p:spPr>
          <a:xfrm>
            <a:off x="3478424" y="393900"/>
            <a:ext cx="2350800" cy="4355700"/>
          </a:xfrm>
          <a:prstGeom prst="rect">
            <a:avLst/>
          </a:prstGeom>
          <a:noFill/>
          <a:ln>
            <a:noFill/>
          </a:ln>
        </p:spPr>
      </p:pic>
      <p:cxnSp>
        <p:nvCxnSpPr>
          <p:cNvPr id="363" name="Google Shape;363;p51"/>
          <p:cNvCxnSpPr/>
          <p:nvPr/>
        </p:nvCxnSpPr>
        <p:spPr>
          <a:xfrm flipH="1">
            <a:off x="4708100" y="2316475"/>
            <a:ext cx="2560200" cy="10506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2"/>
          <p:cNvSpPr txBox="1"/>
          <p:nvPr>
            <p:ph type="ctrTitle"/>
          </p:nvPr>
        </p:nvSpPr>
        <p:spPr>
          <a:xfrm>
            <a:off x="435425" y="432976"/>
            <a:ext cx="7569600" cy="181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GB"/>
              <a:t>News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53" title="Screenshot 2026-10-15 at 4.13.51 pm.png"/>
          <p:cNvPicPr preferRelativeResize="0"/>
          <p:nvPr/>
        </p:nvPicPr>
        <p:blipFill>
          <a:blip r:embed="rId4">
            <a:alphaModFix/>
          </a:blip>
          <a:stretch>
            <a:fillRect/>
          </a:stretch>
        </p:blipFill>
        <p:spPr>
          <a:xfrm>
            <a:off x="1132450" y="1191225"/>
            <a:ext cx="6879104" cy="2761047"/>
          </a:xfrm>
          <a:prstGeom prst="rect">
            <a:avLst/>
          </a:prstGeom>
          <a:noFill/>
          <a:ln>
            <a:noFill/>
          </a:ln>
        </p:spPr>
      </p:pic>
      <p:sp>
        <p:nvSpPr>
          <p:cNvPr id="374" name="Google Shape;374;p53"/>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NEWS</a:t>
            </a:r>
            <a:endParaRPr/>
          </a:p>
        </p:txBody>
      </p:sp>
      <p:cxnSp>
        <p:nvCxnSpPr>
          <p:cNvPr id="375" name="Google Shape;375;p53"/>
          <p:cNvCxnSpPr/>
          <p:nvPr/>
        </p:nvCxnSpPr>
        <p:spPr>
          <a:xfrm flipH="1">
            <a:off x="7671825" y="1753775"/>
            <a:ext cx="890700" cy="16317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4"/>
          <p:cNvSpPr txBox="1"/>
          <p:nvPr>
            <p:ph type="ctrTitle"/>
          </p:nvPr>
        </p:nvSpPr>
        <p:spPr>
          <a:xfrm>
            <a:off x="435425" y="432976"/>
            <a:ext cx="7569600" cy="181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GB"/>
              <a:t>News Article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5"/>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NEWS ARTICLE</a:t>
            </a:r>
            <a:endParaRPr/>
          </a:p>
        </p:txBody>
      </p:sp>
      <p:pic>
        <p:nvPicPr>
          <p:cNvPr id="386" name="Google Shape;386;p55" title="Screenshot 2026-10-15 at 4.16.30 pm.png"/>
          <p:cNvPicPr preferRelativeResize="0"/>
          <p:nvPr/>
        </p:nvPicPr>
        <p:blipFill>
          <a:blip r:embed="rId4">
            <a:alphaModFix/>
          </a:blip>
          <a:stretch>
            <a:fillRect/>
          </a:stretch>
        </p:blipFill>
        <p:spPr>
          <a:xfrm>
            <a:off x="3361750" y="432950"/>
            <a:ext cx="2420500" cy="4393200"/>
          </a:xfrm>
          <a:prstGeom prst="rect">
            <a:avLst/>
          </a:prstGeom>
          <a:noFill/>
          <a:ln>
            <a:noFill/>
          </a:ln>
        </p:spPr>
      </p:pic>
      <p:cxnSp>
        <p:nvCxnSpPr>
          <p:cNvPr id="387" name="Google Shape;387;p55"/>
          <p:cNvCxnSpPr/>
          <p:nvPr/>
        </p:nvCxnSpPr>
        <p:spPr>
          <a:xfrm flipH="1">
            <a:off x="5692675" y="1341125"/>
            <a:ext cx="1500600" cy="5721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6"/>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NEWS ARTICLE</a:t>
            </a:r>
            <a:endParaRPr/>
          </a:p>
        </p:txBody>
      </p:sp>
      <p:pic>
        <p:nvPicPr>
          <p:cNvPr id="393" name="Google Shape;393;p56" title="Screenshot 2026-10-15 at 4.16.30 pm.png"/>
          <p:cNvPicPr preferRelativeResize="0"/>
          <p:nvPr/>
        </p:nvPicPr>
        <p:blipFill>
          <a:blip r:embed="rId4">
            <a:alphaModFix/>
          </a:blip>
          <a:stretch>
            <a:fillRect/>
          </a:stretch>
        </p:blipFill>
        <p:spPr>
          <a:xfrm>
            <a:off x="3361750" y="432950"/>
            <a:ext cx="2420500" cy="4393200"/>
          </a:xfrm>
          <a:prstGeom prst="rect">
            <a:avLst/>
          </a:prstGeom>
          <a:noFill/>
          <a:ln>
            <a:noFill/>
          </a:ln>
        </p:spPr>
      </p:pic>
      <p:cxnSp>
        <p:nvCxnSpPr>
          <p:cNvPr id="394" name="Google Shape;394;p56"/>
          <p:cNvCxnSpPr/>
          <p:nvPr/>
        </p:nvCxnSpPr>
        <p:spPr>
          <a:xfrm flipH="1">
            <a:off x="4490150" y="1575575"/>
            <a:ext cx="2975100" cy="8442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7"/>
          <p:cNvSpPr txBox="1"/>
          <p:nvPr>
            <p:ph type="ctrTitle"/>
          </p:nvPr>
        </p:nvSpPr>
        <p:spPr>
          <a:xfrm>
            <a:off x="435425" y="432976"/>
            <a:ext cx="7569600" cy="181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GB"/>
              <a:t>Contact Us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58" title="Screenshot 2026-10-15 at 4.19.40 pm.png"/>
          <p:cNvPicPr preferRelativeResize="0"/>
          <p:nvPr/>
        </p:nvPicPr>
        <p:blipFill>
          <a:blip r:embed="rId4">
            <a:alphaModFix/>
          </a:blip>
          <a:stretch>
            <a:fillRect/>
          </a:stretch>
        </p:blipFill>
        <p:spPr>
          <a:xfrm>
            <a:off x="152400" y="1221550"/>
            <a:ext cx="8839204" cy="2486026"/>
          </a:xfrm>
          <a:prstGeom prst="rect">
            <a:avLst/>
          </a:prstGeom>
          <a:noFill/>
          <a:ln>
            <a:noFill/>
          </a:ln>
        </p:spPr>
      </p:pic>
      <p:sp>
        <p:nvSpPr>
          <p:cNvPr id="405" name="Google Shape;405;p58"/>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CONTACT US</a:t>
            </a:r>
            <a:endParaRPr/>
          </a:p>
        </p:txBody>
      </p:sp>
      <p:cxnSp>
        <p:nvCxnSpPr>
          <p:cNvPr id="406" name="Google Shape;406;p58"/>
          <p:cNvCxnSpPr/>
          <p:nvPr/>
        </p:nvCxnSpPr>
        <p:spPr>
          <a:xfrm flipH="1">
            <a:off x="5692750" y="900325"/>
            <a:ext cx="1472400" cy="10128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9"/>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CONTACT US</a:t>
            </a:r>
            <a:endParaRPr/>
          </a:p>
        </p:txBody>
      </p:sp>
      <p:pic>
        <p:nvPicPr>
          <p:cNvPr id="412" name="Google Shape;412;p59" title="Screenshot 2026-10-15 at 4.20.59 pm.png"/>
          <p:cNvPicPr preferRelativeResize="0"/>
          <p:nvPr/>
        </p:nvPicPr>
        <p:blipFill>
          <a:blip r:embed="rId4">
            <a:alphaModFix/>
          </a:blip>
          <a:stretch>
            <a:fillRect/>
          </a:stretch>
        </p:blipFill>
        <p:spPr>
          <a:xfrm>
            <a:off x="2701925" y="152400"/>
            <a:ext cx="2768775" cy="4838701"/>
          </a:xfrm>
          <a:prstGeom prst="rect">
            <a:avLst/>
          </a:prstGeom>
          <a:noFill/>
          <a:ln>
            <a:noFill/>
          </a:ln>
        </p:spPr>
      </p:pic>
      <p:cxnSp>
        <p:nvCxnSpPr>
          <p:cNvPr id="413" name="Google Shape;413;p59"/>
          <p:cNvCxnSpPr/>
          <p:nvPr/>
        </p:nvCxnSpPr>
        <p:spPr>
          <a:xfrm flipH="1">
            <a:off x="5125800" y="1200425"/>
            <a:ext cx="1472400" cy="10128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1" name="Shape 421"/>
        <p:cNvGrpSpPr/>
        <p:nvPr/>
      </p:nvGrpSpPr>
      <p:grpSpPr>
        <a:xfrm>
          <a:off x="0" y="0"/>
          <a:ext cx="0" cy="0"/>
          <a:chOff x="0" y="0"/>
          <a:chExt cx="0" cy="0"/>
        </a:xfrm>
      </p:grpSpPr>
      <p:pic>
        <p:nvPicPr>
          <p:cNvPr id="422" name="Google Shape;422;p61" title="Screenshot 2026-10-15 at 4.10.47 pm.png"/>
          <p:cNvPicPr preferRelativeResize="0"/>
          <p:nvPr/>
        </p:nvPicPr>
        <p:blipFill>
          <a:blip r:embed="rId3">
            <a:alphaModFix/>
          </a:blip>
          <a:stretch>
            <a:fillRect/>
          </a:stretch>
        </p:blipFill>
        <p:spPr>
          <a:xfrm>
            <a:off x="1998624" y="553325"/>
            <a:ext cx="5146752" cy="4003625"/>
          </a:xfrm>
          <a:prstGeom prst="rect">
            <a:avLst/>
          </a:prstGeom>
          <a:noFill/>
          <a:ln>
            <a:noFill/>
          </a:ln>
        </p:spPr>
      </p:pic>
      <p:sp>
        <p:nvSpPr>
          <p:cNvPr id="423" name="Google Shape;423;p61"/>
          <p:cNvSpPr txBox="1"/>
          <p:nvPr>
            <p:ph type="ctrTitle"/>
          </p:nvPr>
        </p:nvSpPr>
        <p:spPr>
          <a:xfrm>
            <a:off x="435425" y="173175"/>
            <a:ext cx="2114100" cy="98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POLICIES</a:t>
            </a:r>
            <a:endParaRPr/>
          </a:p>
        </p:txBody>
      </p:sp>
      <p:cxnSp>
        <p:nvCxnSpPr>
          <p:cNvPr id="424" name="Google Shape;424;p61"/>
          <p:cNvCxnSpPr/>
          <p:nvPr/>
        </p:nvCxnSpPr>
        <p:spPr>
          <a:xfrm flipH="1">
            <a:off x="3826275" y="2644725"/>
            <a:ext cx="1453800" cy="468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name="Cocogun Template 2026">
  <a:themeElements>
    <a:clrScheme name="Simple Light">
      <a:dk1>
        <a:srgbClr val="000000"/>
      </a:dk1>
      <a:lt1>
        <a:srgbClr val="FFFFFF"/>
      </a:lt1>
      <a:dk2>
        <a:srgbClr val="F8F6F3"/>
      </a:dk2>
      <a:lt2>
        <a:srgbClr val="EEEEEE"/>
      </a:lt2>
      <a:accent1>
        <a:srgbClr val="E5FF40"/>
      </a:accent1>
      <a:accent2>
        <a:srgbClr val="212121"/>
      </a:accent2>
      <a:accent3>
        <a:srgbClr val="FFFFFF"/>
      </a:accent3>
      <a:accent4>
        <a:srgbClr val="F8F6F3"/>
      </a:accent4>
      <a:accent5>
        <a:srgbClr val="EEEEEE"/>
      </a:accent5>
      <a:accent6>
        <a:srgbClr val="CCCCCC"/>
      </a:accent6>
      <a:hlink>
        <a:srgbClr val="1155C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